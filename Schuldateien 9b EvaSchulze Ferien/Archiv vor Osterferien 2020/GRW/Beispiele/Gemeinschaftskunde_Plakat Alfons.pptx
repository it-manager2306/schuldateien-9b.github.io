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4"/>
  </p:sldMasterIdLst>
  <p:notesMasterIdLst>
    <p:notesMasterId r:id="rId6"/>
  </p:notesMasterIdLst>
  <p:handoutMasterIdLst>
    <p:handoutMasterId r:id="rId7"/>
  </p:handoutMasterIdLst>
  <p:sldIdLst>
    <p:sldId id="256" r:id="rId5"/>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160" userDrawn="1">
          <p15:clr>
            <a:srgbClr val="A4A3A4"/>
          </p15:clr>
        </p15:guide>
        <p15:guide id="3" orient="horz"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7200"/>
    <a:srgbClr val="D5A300"/>
    <a:srgbClr val="77B700"/>
    <a:srgbClr val="23997E"/>
    <a:srgbClr val="4DA843"/>
    <a:srgbClr val="DF3A42"/>
    <a:srgbClr val="E75B2B"/>
    <a:srgbClr val="E28D17"/>
    <a:srgbClr val="A1AF10"/>
    <a:srgbClr val="346F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35" autoAdjust="0"/>
  </p:normalViewPr>
  <p:slideViewPr>
    <p:cSldViewPr snapToGrid="0" showGuides="1">
      <p:cViewPr varScale="1">
        <p:scale>
          <a:sx n="123" d="100"/>
          <a:sy n="123" d="100"/>
        </p:scale>
        <p:origin x="3978" y="90"/>
      </p:cViewPr>
      <p:guideLst>
        <p:guide pos="2160"/>
        <p:guide orient="horz" pos="2880"/>
      </p:guideLst>
    </p:cSldViewPr>
  </p:slideViewPr>
  <p:notesTextViewPr>
    <p:cViewPr>
      <p:scale>
        <a:sx n="3" d="2"/>
        <a:sy n="3" d="2"/>
      </p:scale>
      <p:origin x="0" y="0"/>
    </p:cViewPr>
  </p:notesTextViewPr>
  <p:notesViewPr>
    <p:cSldViewPr snapToGrid="0" showGuides="1">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87E1F32-670E-42A1-BB79-BE7CF13D3D4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7952D9F-355D-4E4D-9520-4A19B294762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23F10A-5BE5-4EE5-83A9-FC7FBAB5AC38}" type="datetimeFigureOut">
              <a:rPr lang="en-US" smtClean="0"/>
              <a:t>4/8/2020</a:t>
            </a:fld>
            <a:endParaRPr lang="en-US" dirty="0"/>
          </a:p>
        </p:txBody>
      </p:sp>
      <p:sp>
        <p:nvSpPr>
          <p:cNvPr id="4" name="Footer Placeholder 3">
            <a:extLst>
              <a:ext uri="{FF2B5EF4-FFF2-40B4-BE49-F238E27FC236}">
                <a16:creationId xmlns:a16="http://schemas.microsoft.com/office/drawing/2014/main" id="{9C1D824E-CABD-4018-B1C4-F54DF49C3C8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68D1F29-09CA-482E-8686-EEE88BB73D4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69D12F-E8AC-48C0-8B1F-BD566648D8E6}" type="slidenum">
              <a:rPr lang="en-US" smtClean="0"/>
              <a:t>‹#›</a:t>
            </a:fld>
            <a:endParaRPr lang="en-US" dirty="0"/>
          </a:p>
        </p:txBody>
      </p:sp>
    </p:spTree>
    <p:extLst>
      <p:ext uri="{BB962C8B-B14F-4D97-AF65-F5344CB8AC3E}">
        <p14:creationId xmlns:p14="http://schemas.microsoft.com/office/powerpoint/2010/main" val="27946547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727D22-D115-4CF2-BE84-ED8A12B36F7E}" type="datetimeFigureOut">
              <a:rPr lang="en-US" noProof="0" smtClean="0"/>
              <a:t>4/8/2020</a:t>
            </a:fld>
            <a:endParaRPr lang="en-US" noProof="0" dirty="0"/>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136092-2EDF-47BF-99B1-B87430F95B70}" type="slidenum">
              <a:rPr lang="en-US" noProof="0" smtClean="0"/>
              <a:t>‹#›</a:t>
            </a:fld>
            <a:endParaRPr lang="en-US" noProof="0" dirty="0"/>
          </a:p>
        </p:txBody>
      </p:sp>
    </p:spTree>
    <p:extLst>
      <p:ext uri="{BB962C8B-B14F-4D97-AF65-F5344CB8AC3E}">
        <p14:creationId xmlns:p14="http://schemas.microsoft.com/office/powerpoint/2010/main" val="3603056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136092-2EDF-47BF-99B1-B87430F95B70}" type="slidenum">
              <a:rPr lang="en-US" smtClean="0"/>
              <a:t>1</a:t>
            </a:fld>
            <a:endParaRPr lang="en-US" dirty="0"/>
          </a:p>
        </p:txBody>
      </p:sp>
    </p:spTree>
    <p:extLst>
      <p:ext uri="{BB962C8B-B14F-4D97-AF65-F5344CB8AC3E}">
        <p14:creationId xmlns:p14="http://schemas.microsoft.com/office/powerpoint/2010/main" val="3311393420"/>
      </p:ext>
    </p:extLst>
  </p:cSld>
  <p:clrMapOvr>
    <a:masterClrMapping/>
  </p:clrMapOvr>
</p:notes>
</file>

<file path=ppt/slideLayouts/_rels/slideLayout1.xml.rels><?xml version="1.0" encoding="UTF-8" standalone="yes"?>
<Relationships xmlns="http://schemas.openxmlformats.org/package/2006/relationships"><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svg"/><Relationship Id="rId39" Type="http://schemas.openxmlformats.org/officeDocument/2006/relationships/image" Target="../media/image38.png"/><Relationship Id="rId21" Type="http://schemas.openxmlformats.org/officeDocument/2006/relationships/image" Target="../media/image20.png"/><Relationship Id="rId34" Type="http://schemas.openxmlformats.org/officeDocument/2006/relationships/image" Target="../media/image33.svg"/><Relationship Id="rId42" Type="http://schemas.openxmlformats.org/officeDocument/2006/relationships/image" Target="../media/image41.svg"/><Relationship Id="rId47" Type="http://schemas.openxmlformats.org/officeDocument/2006/relationships/image" Target="../media/image46.png"/><Relationship Id="rId7" Type="http://schemas.openxmlformats.org/officeDocument/2006/relationships/image" Target="../media/image6.svg"/><Relationship Id="rId2" Type="http://schemas.openxmlformats.org/officeDocument/2006/relationships/image" Target="../media/image1.png"/><Relationship Id="rId16" Type="http://schemas.openxmlformats.org/officeDocument/2006/relationships/image" Target="../media/image15.png"/><Relationship Id="rId29" Type="http://schemas.openxmlformats.org/officeDocument/2006/relationships/image" Target="../media/image28.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svg"/><Relationship Id="rId32" Type="http://schemas.openxmlformats.org/officeDocument/2006/relationships/image" Target="../media/image31.svg"/><Relationship Id="rId37" Type="http://schemas.openxmlformats.org/officeDocument/2006/relationships/image" Target="../media/image36.png"/><Relationship Id="rId40" Type="http://schemas.openxmlformats.org/officeDocument/2006/relationships/image" Target="../media/image39.svg"/><Relationship Id="rId45" Type="http://schemas.openxmlformats.org/officeDocument/2006/relationships/image" Target="../media/image44.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png"/><Relationship Id="rId28" Type="http://schemas.openxmlformats.org/officeDocument/2006/relationships/image" Target="../media/image27.svg"/><Relationship Id="rId36" Type="http://schemas.openxmlformats.org/officeDocument/2006/relationships/image" Target="../media/image35.svg"/><Relationship Id="rId10" Type="http://schemas.openxmlformats.org/officeDocument/2006/relationships/image" Target="../media/image9.png"/><Relationship Id="rId19" Type="http://schemas.openxmlformats.org/officeDocument/2006/relationships/image" Target="../media/image18.svg"/><Relationship Id="rId31" Type="http://schemas.openxmlformats.org/officeDocument/2006/relationships/image" Target="../media/image30.png"/><Relationship Id="rId44" Type="http://schemas.openxmlformats.org/officeDocument/2006/relationships/image" Target="../media/image43.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svg"/><Relationship Id="rId27" Type="http://schemas.openxmlformats.org/officeDocument/2006/relationships/image" Target="../media/image26.png"/><Relationship Id="rId30" Type="http://schemas.openxmlformats.org/officeDocument/2006/relationships/image" Target="../media/image29.sv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svg"/><Relationship Id="rId8" Type="http://schemas.openxmlformats.org/officeDocument/2006/relationships/image" Target="../media/image7.png"/><Relationship Id="rId3" Type="http://schemas.openxmlformats.org/officeDocument/2006/relationships/image" Target="../media/image2.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png"/><Relationship Id="rId33" Type="http://schemas.openxmlformats.org/officeDocument/2006/relationships/image" Target="../media/image32.png"/><Relationship Id="rId38" Type="http://schemas.openxmlformats.org/officeDocument/2006/relationships/image" Target="../media/image37.svg"/><Relationship Id="rId46" Type="http://schemas.openxmlformats.org/officeDocument/2006/relationships/image" Target="../media/image45.svg"/><Relationship Id="rId20" Type="http://schemas.openxmlformats.org/officeDocument/2006/relationships/image" Target="../media/image19.png"/><Relationship Id="rId41" Type="http://schemas.openxmlformats.org/officeDocument/2006/relationships/image" Target="../media/image4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F799AA8-8B5E-4CF5-9975-99FDD726FFD3}"/>
              </a:ext>
            </a:extLst>
          </p:cNvPr>
          <p:cNvGrpSpPr/>
          <p:nvPr userDrawn="1"/>
        </p:nvGrpSpPr>
        <p:grpSpPr>
          <a:xfrm>
            <a:off x="1999692" y="0"/>
            <a:ext cx="2858616" cy="9144000"/>
            <a:chOff x="2157768" y="0"/>
            <a:chExt cx="2858616" cy="9144000"/>
          </a:xfrm>
        </p:grpSpPr>
        <p:pic>
          <p:nvPicPr>
            <p:cNvPr id="3" name="Graphic 2">
              <a:extLst>
                <a:ext uri="{FF2B5EF4-FFF2-40B4-BE49-F238E27FC236}">
                  <a16:creationId xmlns:a16="http://schemas.microsoft.com/office/drawing/2014/main" id="{4C5FBD76-8904-4E42-AE88-D512DA7052DA}"/>
                </a:ext>
              </a:extLst>
            </p:cNvPr>
            <p:cNvPicPr preferRelativeResize="0">
              <a:picLocks/>
            </p:cNvPicPr>
            <p:nvPr userDrawn="1"/>
          </p:nvPicPr>
          <p:blipFill>
            <a:blip r:embed="rId2">
              <a:extLst>
                <a:ext uri="{96DAC541-7B7A-43D3-8B79-37D633B846F1}">
                  <asvg:svgBlip xmlns:asvg="http://schemas.microsoft.com/office/drawing/2016/SVG/main" r:embed="rId3"/>
                </a:ext>
              </a:extLst>
            </a:blip>
            <a:stretch>
              <a:fillRect/>
            </a:stretch>
          </p:blipFill>
          <p:spPr>
            <a:xfrm>
              <a:off x="2157984" y="0"/>
              <a:ext cx="2858400" cy="2122490"/>
            </a:xfrm>
            <a:prstGeom prst="rect">
              <a:avLst/>
            </a:prstGeom>
          </p:spPr>
        </p:pic>
        <p:pic>
          <p:nvPicPr>
            <p:cNvPr id="4" name="Graphic 3">
              <a:extLst>
                <a:ext uri="{FF2B5EF4-FFF2-40B4-BE49-F238E27FC236}">
                  <a16:creationId xmlns:a16="http://schemas.microsoft.com/office/drawing/2014/main" id="{AA3BC40D-C194-4EEE-8E69-4ED4ECFDEBE8}"/>
                </a:ext>
              </a:extLst>
            </p:cNvPr>
            <p:cNvPicPr preferRelativeResize="0">
              <a:picLocks/>
            </p:cNvPicPr>
            <p:nvPr userDrawn="1"/>
          </p:nvPicPr>
          <p:blipFill>
            <a:blip r:embed="rId4">
              <a:extLst>
                <a:ext uri="{96DAC541-7B7A-43D3-8B79-37D633B846F1}">
                  <asvg:svgBlip xmlns:asvg="http://schemas.microsoft.com/office/drawing/2016/SVG/main" r:embed="rId5"/>
                </a:ext>
              </a:extLst>
            </a:blip>
            <a:stretch>
              <a:fillRect/>
            </a:stretch>
          </p:blipFill>
          <p:spPr>
            <a:xfrm>
              <a:off x="2157984" y="1992793"/>
              <a:ext cx="2858400" cy="1598400"/>
            </a:xfrm>
            <a:prstGeom prst="rect">
              <a:avLst/>
            </a:prstGeom>
          </p:spPr>
        </p:pic>
        <p:pic>
          <p:nvPicPr>
            <p:cNvPr id="6" name="Graphic 5">
              <a:extLst>
                <a:ext uri="{FF2B5EF4-FFF2-40B4-BE49-F238E27FC236}">
                  <a16:creationId xmlns:a16="http://schemas.microsoft.com/office/drawing/2014/main" id="{CD689866-F1C0-4715-81BF-9196A55EDE9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157768" y="3434239"/>
              <a:ext cx="2854286" cy="1598400"/>
            </a:xfrm>
            <a:prstGeom prst="rect">
              <a:avLst/>
            </a:prstGeom>
          </p:spPr>
        </p:pic>
        <p:pic>
          <p:nvPicPr>
            <p:cNvPr id="61" name="Graphic 60">
              <a:extLst>
                <a:ext uri="{FF2B5EF4-FFF2-40B4-BE49-F238E27FC236}">
                  <a16:creationId xmlns:a16="http://schemas.microsoft.com/office/drawing/2014/main" id="{DF44A126-1FEE-452F-85E5-3E973F14245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157984" y="4873949"/>
              <a:ext cx="2854286" cy="1598400"/>
            </a:xfrm>
            <a:prstGeom prst="rect">
              <a:avLst/>
            </a:prstGeom>
          </p:spPr>
        </p:pic>
        <p:pic>
          <p:nvPicPr>
            <p:cNvPr id="62" name="Graphic 61">
              <a:extLst>
                <a:ext uri="{FF2B5EF4-FFF2-40B4-BE49-F238E27FC236}">
                  <a16:creationId xmlns:a16="http://schemas.microsoft.com/office/drawing/2014/main" id="{9F5B1665-7823-4B65-9CA6-373B04C106C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158200" y="6316234"/>
              <a:ext cx="2854286" cy="1598400"/>
            </a:xfrm>
            <a:prstGeom prst="rect">
              <a:avLst/>
            </a:prstGeom>
          </p:spPr>
        </p:pic>
        <p:pic>
          <p:nvPicPr>
            <p:cNvPr id="11" name="Graphic 10">
              <a:extLst>
                <a:ext uri="{FF2B5EF4-FFF2-40B4-BE49-F238E27FC236}">
                  <a16:creationId xmlns:a16="http://schemas.microsoft.com/office/drawing/2014/main" id="{6516D51E-C5EF-493C-A49F-FA5A03131D58}"/>
                </a:ext>
              </a:extLst>
            </p:cNvPr>
            <p:cNvPicPr preferRelativeResize="0">
              <a:picLocks/>
            </p:cNvPicPr>
            <p:nvPr userDrawn="1"/>
          </p:nvPicPr>
          <p:blipFill>
            <a:blip r:embed="rId6">
              <a:extLst>
                <a:ext uri="{96DAC541-7B7A-43D3-8B79-37D633B846F1}">
                  <asvg:svgBlip xmlns:asvg="http://schemas.microsoft.com/office/drawing/2016/SVG/main" r:embed="rId7"/>
                </a:ext>
              </a:extLst>
            </a:blip>
            <a:stretch>
              <a:fillRect/>
            </a:stretch>
          </p:blipFill>
          <p:spPr>
            <a:xfrm>
              <a:off x="3428568" y="7830000"/>
              <a:ext cx="1587600" cy="1314000"/>
            </a:xfrm>
            <a:prstGeom prst="rect">
              <a:avLst/>
            </a:prstGeom>
          </p:spPr>
        </p:pic>
      </p:grpSp>
      <p:pic>
        <p:nvPicPr>
          <p:cNvPr id="15" name="Graphic 14">
            <a:extLst>
              <a:ext uri="{FF2B5EF4-FFF2-40B4-BE49-F238E27FC236}">
                <a16:creationId xmlns:a16="http://schemas.microsoft.com/office/drawing/2014/main" id="{F6C46E00-3822-4C50-9645-1D8C321873EB}"/>
              </a:ext>
            </a:extLst>
          </p:cNvPr>
          <p:cNvPicPr preferRelativeResize="0">
            <a:picLocks/>
          </p:cNvPicPr>
          <p:nvPr userDrawn="1"/>
        </p:nvPicPr>
        <p:blipFill>
          <a:blip r:embed="rId8">
            <a:extLst>
              <a:ext uri="{96DAC541-7B7A-43D3-8B79-37D633B846F1}">
                <asvg:svgBlip xmlns:asvg="http://schemas.microsoft.com/office/drawing/2016/SVG/main" r:embed="rId9"/>
              </a:ext>
            </a:extLst>
          </a:blip>
          <a:stretch>
            <a:fillRect/>
          </a:stretch>
        </p:blipFill>
        <p:spPr>
          <a:xfrm>
            <a:off x="2048635" y="-1"/>
            <a:ext cx="2757600" cy="2061999"/>
          </a:xfrm>
          <a:prstGeom prst="rect">
            <a:avLst/>
          </a:prstGeom>
        </p:spPr>
      </p:pic>
      <p:pic>
        <p:nvPicPr>
          <p:cNvPr id="23" name="Graphic 22">
            <a:extLst>
              <a:ext uri="{FF2B5EF4-FFF2-40B4-BE49-F238E27FC236}">
                <a16:creationId xmlns:a16="http://schemas.microsoft.com/office/drawing/2014/main" id="{806B0370-83C6-482C-A9C3-4659AB1E3CF0}"/>
              </a:ext>
            </a:extLst>
          </p:cNvPr>
          <p:cNvPicPr preferRelativeResize="0">
            <a:picLocks/>
          </p:cNvPicPr>
          <p:nvPr userDrawn="1"/>
        </p:nvPicPr>
        <p:blipFill>
          <a:blip r:embed="rId10">
            <a:extLst>
              <a:ext uri="{96DAC541-7B7A-43D3-8B79-37D633B846F1}">
                <asvg:svgBlip xmlns:asvg="http://schemas.microsoft.com/office/drawing/2016/SVG/main" r:embed="rId11"/>
              </a:ext>
            </a:extLst>
          </a:blip>
          <a:stretch>
            <a:fillRect/>
          </a:stretch>
        </p:blipFill>
        <p:spPr>
          <a:xfrm>
            <a:off x="2048635" y="2036065"/>
            <a:ext cx="2757600" cy="1498569"/>
          </a:xfrm>
          <a:prstGeom prst="rect">
            <a:avLst/>
          </a:prstGeom>
        </p:spPr>
      </p:pic>
      <p:pic>
        <p:nvPicPr>
          <p:cNvPr id="35" name="Graphic 34">
            <a:extLst>
              <a:ext uri="{FF2B5EF4-FFF2-40B4-BE49-F238E27FC236}">
                <a16:creationId xmlns:a16="http://schemas.microsoft.com/office/drawing/2014/main" id="{BC672D68-3DAD-4B79-95BD-57D7C75F60A1}"/>
              </a:ext>
            </a:extLst>
          </p:cNvPr>
          <p:cNvPicPr preferRelativeResize="0">
            <a:picLocks/>
          </p:cNvPicPr>
          <p:nvPr userDrawn="1"/>
        </p:nvPicPr>
        <p:blipFill>
          <a:blip r:embed="rId12">
            <a:extLst>
              <a:ext uri="{96DAC541-7B7A-43D3-8B79-37D633B846F1}">
                <asvg:svgBlip xmlns:asvg="http://schemas.microsoft.com/office/drawing/2016/SVG/main" r:embed="rId13"/>
              </a:ext>
            </a:extLst>
          </a:blip>
          <a:stretch>
            <a:fillRect/>
          </a:stretch>
        </p:blipFill>
        <p:spPr>
          <a:xfrm>
            <a:off x="2048635" y="3477556"/>
            <a:ext cx="2757600" cy="1497600"/>
          </a:xfrm>
          <a:prstGeom prst="rect">
            <a:avLst/>
          </a:prstGeom>
        </p:spPr>
      </p:pic>
      <p:pic>
        <p:nvPicPr>
          <p:cNvPr id="58" name="Graphic 57">
            <a:extLst>
              <a:ext uri="{FF2B5EF4-FFF2-40B4-BE49-F238E27FC236}">
                <a16:creationId xmlns:a16="http://schemas.microsoft.com/office/drawing/2014/main" id="{B8180608-A80A-409D-B02A-35C4F9DB1EC4}"/>
              </a:ext>
            </a:extLst>
          </p:cNvPr>
          <p:cNvPicPr preferRelativeResize="0">
            <a:picLocks/>
          </p:cNvPicPr>
          <p:nvPr userDrawn="1"/>
        </p:nvPicPr>
        <p:blipFill>
          <a:blip r:embed="rId14">
            <a:extLst>
              <a:ext uri="{96DAC541-7B7A-43D3-8B79-37D633B846F1}">
                <asvg:svgBlip xmlns:asvg="http://schemas.microsoft.com/office/drawing/2016/SVG/main" r:embed="rId15"/>
              </a:ext>
            </a:extLst>
          </a:blip>
          <a:stretch>
            <a:fillRect/>
          </a:stretch>
        </p:blipFill>
        <p:spPr>
          <a:xfrm>
            <a:off x="2048635" y="4915656"/>
            <a:ext cx="2757600" cy="1497600"/>
          </a:xfrm>
          <a:prstGeom prst="rect">
            <a:avLst/>
          </a:prstGeom>
        </p:spPr>
      </p:pic>
      <p:pic>
        <p:nvPicPr>
          <p:cNvPr id="71" name="Graphic 70">
            <a:extLst>
              <a:ext uri="{FF2B5EF4-FFF2-40B4-BE49-F238E27FC236}">
                <a16:creationId xmlns:a16="http://schemas.microsoft.com/office/drawing/2014/main" id="{0FF81C97-DE5D-4DFC-83AA-6F65EC3EB8F1}"/>
              </a:ext>
            </a:extLst>
          </p:cNvPr>
          <p:cNvPicPr preferRelativeResize="0">
            <a:picLocks/>
          </p:cNvPicPr>
          <p:nvPr userDrawn="1"/>
        </p:nvPicPr>
        <p:blipFill>
          <a:blip r:embed="rId16">
            <a:extLst>
              <a:ext uri="{96DAC541-7B7A-43D3-8B79-37D633B846F1}">
                <asvg:svgBlip xmlns:asvg="http://schemas.microsoft.com/office/drawing/2016/SVG/main" r:embed="rId17"/>
              </a:ext>
            </a:extLst>
          </a:blip>
          <a:stretch>
            <a:fillRect/>
          </a:stretch>
        </p:blipFill>
        <p:spPr>
          <a:xfrm>
            <a:off x="2048635" y="6365084"/>
            <a:ext cx="2757600" cy="1497600"/>
          </a:xfrm>
          <a:prstGeom prst="rect">
            <a:avLst/>
          </a:prstGeom>
        </p:spPr>
      </p:pic>
      <p:pic>
        <p:nvPicPr>
          <p:cNvPr id="90" name="Graphic 89">
            <a:extLst>
              <a:ext uri="{FF2B5EF4-FFF2-40B4-BE49-F238E27FC236}">
                <a16:creationId xmlns:a16="http://schemas.microsoft.com/office/drawing/2014/main" id="{C1A8DC0F-B0F0-4E15-9642-9FC080079EC4}"/>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3320892" y="7829986"/>
            <a:ext cx="1486800" cy="1308892"/>
          </a:xfrm>
          <a:prstGeom prst="rect">
            <a:avLst/>
          </a:prstGeom>
        </p:spPr>
      </p:pic>
      <p:pic>
        <p:nvPicPr>
          <p:cNvPr id="95" name="Picture 94" descr="A close up of a logo&#10;&#10;Description generated with very high confidence">
            <a:extLst>
              <a:ext uri="{FF2B5EF4-FFF2-40B4-BE49-F238E27FC236}">
                <a16:creationId xmlns:a16="http://schemas.microsoft.com/office/drawing/2014/main" id="{46BADA27-1431-44DB-AE87-0052CCA4FACD}"/>
              </a:ext>
            </a:extLst>
          </p:cNvPr>
          <p:cNvPicPr preferRelativeResize="0">
            <a:picLocks/>
          </p:cNvPicPr>
          <p:nvPr userDrawn="1"/>
        </p:nvPicPr>
        <p:blipFill>
          <a:blip r:embed="rId20"/>
          <a:stretch>
            <a:fillRect/>
          </a:stretch>
        </p:blipFill>
        <p:spPr>
          <a:xfrm>
            <a:off x="2429739" y="936065"/>
            <a:ext cx="1416113" cy="1397770"/>
          </a:xfrm>
          <a:prstGeom prst="rect">
            <a:avLst/>
          </a:prstGeom>
        </p:spPr>
      </p:pic>
      <p:sp>
        <p:nvSpPr>
          <p:cNvPr id="96" name="Picture Placeholder 73">
            <a:extLst>
              <a:ext uri="{FF2B5EF4-FFF2-40B4-BE49-F238E27FC236}">
                <a16:creationId xmlns:a16="http://schemas.microsoft.com/office/drawing/2014/main" id="{F2FA5F01-5003-4089-BB04-B5F22F240915}"/>
              </a:ext>
            </a:extLst>
          </p:cNvPr>
          <p:cNvSpPr>
            <a:spLocks noGrp="1"/>
          </p:cNvSpPr>
          <p:nvPr>
            <p:ph type="pic" sz="quarter" idx="20"/>
          </p:nvPr>
        </p:nvSpPr>
        <p:spPr>
          <a:xfrm>
            <a:off x="2425631" y="918966"/>
            <a:ext cx="813600" cy="813600"/>
          </a:xfrm>
          <a:prstGeom prst="ellipse">
            <a:avLst/>
          </a:prstGeom>
          <a:solidFill>
            <a:schemeClr val="tx1"/>
          </a:solidFill>
        </p:spPr>
        <p:txBody>
          <a:bodyPr anchor="ctr" anchorCtr="0">
            <a:normAutofit/>
          </a:bodyPr>
          <a:lstStyle>
            <a:lvl1pPr marL="0" indent="0" algn="ctr">
              <a:buNone/>
              <a:defRPr sz="900">
                <a:solidFill>
                  <a:schemeClr val="bg1"/>
                </a:solidFill>
              </a:defRPr>
            </a:lvl1pPr>
          </a:lstStyle>
          <a:p>
            <a:r>
              <a:rPr lang="en-US" dirty="0"/>
              <a:t>Click icon to add picture</a:t>
            </a:r>
            <a:endParaRPr lang="ru-RU" dirty="0"/>
          </a:p>
        </p:txBody>
      </p:sp>
      <p:pic>
        <p:nvPicPr>
          <p:cNvPr id="97" name="Picture 96" descr="A close up of a logo&#10;&#10;Description generated with very high confidence">
            <a:extLst>
              <a:ext uri="{FF2B5EF4-FFF2-40B4-BE49-F238E27FC236}">
                <a16:creationId xmlns:a16="http://schemas.microsoft.com/office/drawing/2014/main" id="{3403E16F-BF67-4BC6-938B-B540E81E3B9A}"/>
              </a:ext>
            </a:extLst>
          </p:cNvPr>
          <p:cNvPicPr preferRelativeResize="0">
            <a:picLocks/>
          </p:cNvPicPr>
          <p:nvPr userDrawn="1"/>
        </p:nvPicPr>
        <p:blipFill>
          <a:blip r:embed="rId20"/>
          <a:stretch>
            <a:fillRect/>
          </a:stretch>
        </p:blipFill>
        <p:spPr>
          <a:xfrm>
            <a:off x="2437955" y="2405424"/>
            <a:ext cx="1416113" cy="1397770"/>
          </a:xfrm>
          <a:prstGeom prst="rect">
            <a:avLst/>
          </a:prstGeom>
        </p:spPr>
      </p:pic>
      <p:sp>
        <p:nvSpPr>
          <p:cNvPr id="98" name="Picture Placeholder 73">
            <a:extLst>
              <a:ext uri="{FF2B5EF4-FFF2-40B4-BE49-F238E27FC236}">
                <a16:creationId xmlns:a16="http://schemas.microsoft.com/office/drawing/2014/main" id="{8ADA19E5-32D4-4E60-A2D3-18859AF0950E}"/>
              </a:ext>
            </a:extLst>
          </p:cNvPr>
          <p:cNvSpPr>
            <a:spLocks noGrp="1"/>
          </p:cNvSpPr>
          <p:nvPr>
            <p:ph type="pic" sz="quarter" idx="21"/>
          </p:nvPr>
        </p:nvSpPr>
        <p:spPr>
          <a:xfrm>
            <a:off x="2425631" y="2388325"/>
            <a:ext cx="813600" cy="813600"/>
          </a:xfrm>
          <a:prstGeom prst="ellipse">
            <a:avLst/>
          </a:prstGeom>
          <a:solidFill>
            <a:schemeClr val="tx1"/>
          </a:solidFill>
        </p:spPr>
        <p:txBody>
          <a:bodyPr anchor="ctr" anchorCtr="0">
            <a:normAutofit/>
          </a:bodyPr>
          <a:lstStyle>
            <a:lvl1pPr marL="0" indent="0" algn="ctr">
              <a:buNone/>
              <a:defRPr sz="900">
                <a:solidFill>
                  <a:schemeClr val="bg1"/>
                </a:solidFill>
              </a:defRPr>
            </a:lvl1pPr>
          </a:lstStyle>
          <a:p>
            <a:r>
              <a:rPr lang="en-US" dirty="0"/>
              <a:t>Click icon to add picture</a:t>
            </a:r>
            <a:endParaRPr lang="ru-RU" dirty="0"/>
          </a:p>
        </p:txBody>
      </p:sp>
      <p:pic>
        <p:nvPicPr>
          <p:cNvPr id="101" name="Picture 100" descr="A close up of a logo&#10;&#10;Description generated with very high confidence">
            <a:extLst>
              <a:ext uri="{FF2B5EF4-FFF2-40B4-BE49-F238E27FC236}">
                <a16:creationId xmlns:a16="http://schemas.microsoft.com/office/drawing/2014/main" id="{DA395262-84CF-4F06-A46D-2E49E941DE7D}"/>
              </a:ext>
            </a:extLst>
          </p:cNvPr>
          <p:cNvPicPr preferRelativeResize="0">
            <a:picLocks/>
          </p:cNvPicPr>
          <p:nvPr userDrawn="1"/>
        </p:nvPicPr>
        <p:blipFill>
          <a:blip r:embed="rId20"/>
          <a:stretch>
            <a:fillRect/>
          </a:stretch>
        </p:blipFill>
        <p:spPr>
          <a:xfrm>
            <a:off x="2434351" y="3848851"/>
            <a:ext cx="1416113" cy="1397770"/>
          </a:xfrm>
          <a:prstGeom prst="rect">
            <a:avLst/>
          </a:prstGeom>
        </p:spPr>
      </p:pic>
      <p:sp>
        <p:nvSpPr>
          <p:cNvPr id="102" name="Picture Placeholder 73">
            <a:extLst>
              <a:ext uri="{FF2B5EF4-FFF2-40B4-BE49-F238E27FC236}">
                <a16:creationId xmlns:a16="http://schemas.microsoft.com/office/drawing/2014/main" id="{ECB2E69E-31AD-4FD8-9097-58BA78C1FD4A}"/>
              </a:ext>
            </a:extLst>
          </p:cNvPr>
          <p:cNvSpPr>
            <a:spLocks noGrp="1"/>
          </p:cNvSpPr>
          <p:nvPr>
            <p:ph type="pic" sz="quarter" idx="23"/>
          </p:nvPr>
        </p:nvSpPr>
        <p:spPr>
          <a:xfrm>
            <a:off x="2425631" y="3831752"/>
            <a:ext cx="813600" cy="813600"/>
          </a:xfrm>
          <a:prstGeom prst="ellipse">
            <a:avLst/>
          </a:prstGeom>
          <a:solidFill>
            <a:schemeClr val="tx1"/>
          </a:solidFill>
        </p:spPr>
        <p:txBody>
          <a:bodyPr anchor="ctr" anchorCtr="0">
            <a:normAutofit/>
          </a:bodyPr>
          <a:lstStyle>
            <a:lvl1pPr marL="0" indent="0" algn="ctr">
              <a:buNone/>
              <a:defRPr sz="900">
                <a:solidFill>
                  <a:schemeClr val="bg1"/>
                </a:solidFill>
              </a:defRPr>
            </a:lvl1pPr>
          </a:lstStyle>
          <a:p>
            <a:r>
              <a:rPr lang="en-US" dirty="0"/>
              <a:t>Click icon to add picture</a:t>
            </a:r>
            <a:endParaRPr lang="ru-RU" dirty="0"/>
          </a:p>
        </p:txBody>
      </p:sp>
      <p:pic>
        <p:nvPicPr>
          <p:cNvPr id="105" name="Picture 104" descr="A close up of a logo&#10;&#10;Description generated with very high confidence">
            <a:extLst>
              <a:ext uri="{FF2B5EF4-FFF2-40B4-BE49-F238E27FC236}">
                <a16:creationId xmlns:a16="http://schemas.microsoft.com/office/drawing/2014/main" id="{E76A10D9-295C-442F-97E0-F3CE8AF40C1D}"/>
              </a:ext>
            </a:extLst>
          </p:cNvPr>
          <p:cNvPicPr preferRelativeResize="0">
            <a:picLocks/>
          </p:cNvPicPr>
          <p:nvPr userDrawn="1"/>
        </p:nvPicPr>
        <p:blipFill>
          <a:blip r:embed="rId20"/>
          <a:stretch>
            <a:fillRect/>
          </a:stretch>
        </p:blipFill>
        <p:spPr>
          <a:xfrm>
            <a:off x="2437955" y="5292278"/>
            <a:ext cx="1416113" cy="1397770"/>
          </a:xfrm>
          <a:prstGeom prst="rect">
            <a:avLst/>
          </a:prstGeom>
        </p:spPr>
      </p:pic>
      <p:sp>
        <p:nvSpPr>
          <p:cNvPr id="106" name="Picture Placeholder 73">
            <a:extLst>
              <a:ext uri="{FF2B5EF4-FFF2-40B4-BE49-F238E27FC236}">
                <a16:creationId xmlns:a16="http://schemas.microsoft.com/office/drawing/2014/main" id="{01AFF473-1ADB-4A01-A1C6-CD802CBB0E8A}"/>
              </a:ext>
            </a:extLst>
          </p:cNvPr>
          <p:cNvSpPr>
            <a:spLocks noGrp="1"/>
          </p:cNvSpPr>
          <p:nvPr>
            <p:ph type="pic" sz="quarter" idx="25"/>
          </p:nvPr>
        </p:nvSpPr>
        <p:spPr>
          <a:xfrm>
            <a:off x="2425631" y="5275179"/>
            <a:ext cx="813600" cy="813600"/>
          </a:xfrm>
          <a:prstGeom prst="ellipse">
            <a:avLst/>
          </a:prstGeom>
          <a:solidFill>
            <a:schemeClr val="tx1"/>
          </a:solidFill>
        </p:spPr>
        <p:txBody>
          <a:bodyPr anchor="ctr" anchorCtr="0">
            <a:normAutofit/>
          </a:bodyPr>
          <a:lstStyle>
            <a:lvl1pPr marL="0" indent="0" algn="ctr">
              <a:buNone/>
              <a:defRPr sz="900">
                <a:solidFill>
                  <a:schemeClr val="bg1"/>
                </a:solidFill>
              </a:defRPr>
            </a:lvl1pPr>
          </a:lstStyle>
          <a:p>
            <a:r>
              <a:rPr lang="en-US" dirty="0"/>
              <a:t>Click icon to add picture</a:t>
            </a:r>
            <a:endParaRPr lang="ru-RU" dirty="0"/>
          </a:p>
        </p:txBody>
      </p:sp>
      <p:pic>
        <p:nvPicPr>
          <p:cNvPr id="109" name="Picture 108" descr="A close up of a logo&#10;&#10;Description generated with very high confidence">
            <a:extLst>
              <a:ext uri="{FF2B5EF4-FFF2-40B4-BE49-F238E27FC236}">
                <a16:creationId xmlns:a16="http://schemas.microsoft.com/office/drawing/2014/main" id="{C4DBEF57-0E51-47BA-BD9D-6D970FB2520C}"/>
              </a:ext>
            </a:extLst>
          </p:cNvPr>
          <p:cNvPicPr preferRelativeResize="0">
            <a:picLocks/>
          </p:cNvPicPr>
          <p:nvPr userDrawn="1"/>
        </p:nvPicPr>
        <p:blipFill>
          <a:blip r:embed="rId20"/>
          <a:stretch>
            <a:fillRect/>
          </a:stretch>
        </p:blipFill>
        <p:spPr>
          <a:xfrm>
            <a:off x="2437955" y="6726482"/>
            <a:ext cx="1416113" cy="1397770"/>
          </a:xfrm>
          <a:prstGeom prst="rect">
            <a:avLst/>
          </a:prstGeom>
        </p:spPr>
      </p:pic>
      <p:sp>
        <p:nvSpPr>
          <p:cNvPr id="110" name="Picture Placeholder 73">
            <a:extLst>
              <a:ext uri="{FF2B5EF4-FFF2-40B4-BE49-F238E27FC236}">
                <a16:creationId xmlns:a16="http://schemas.microsoft.com/office/drawing/2014/main" id="{67025B7D-364F-4E77-84EE-93E1C3B8D9C1}"/>
              </a:ext>
            </a:extLst>
          </p:cNvPr>
          <p:cNvSpPr>
            <a:spLocks noGrp="1"/>
          </p:cNvSpPr>
          <p:nvPr>
            <p:ph type="pic" sz="quarter" idx="27"/>
          </p:nvPr>
        </p:nvSpPr>
        <p:spPr>
          <a:xfrm>
            <a:off x="2425631" y="6709383"/>
            <a:ext cx="813600" cy="813600"/>
          </a:xfrm>
          <a:prstGeom prst="ellipse">
            <a:avLst/>
          </a:prstGeom>
          <a:solidFill>
            <a:schemeClr val="tx1"/>
          </a:solidFill>
        </p:spPr>
        <p:txBody>
          <a:bodyPr anchor="ctr" anchorCtr="0">
            <a:normAutofit/>
          </a:bodyPr>
          <a:lstStyle>
            <a:lvl1pPr marL="0" indent="0" algn="ctr">
              <a:buNone/>
              <a:defRPr sz="900">
                <a:solidFill>
                  <a:schemeClr val="bg1"/>
                </a:solidFill>
              </a:defRPr>
            </a:lvl1pPr>
          </a:lstStyle>
          <a:p>
            <a:r>
              <a:rPr lang="en-US" dirty="0"/>
              <a:t>Click icon to add picture</a:t>
            </a:r>
            <a:endParaRPr lang="ru-RU" dirty="0"/>
          </a:p>
        </p:txBody>
      </p:sp>
      <p:pic>
        <p:nvPicPr>
          <p:cNvPr id="113" name="Graphic 112">
            <a:extLst>
              <a:ext uri="{FF2B5EF4-FFF2-40B4-BE49-F238E27FC236}">
                <a16:creationId xmlns:a16="http://schemas.microsoft.com/office/drawing/2014/main" id="{2C85FBDC-70FA-43E1-8F6D-59CCDB9A3E81}"/>
              </a:ext>
            </a:extLst>
          </p:cNvPr>
          <p:cNvPicPr preferRelativeResize="0">
            <a:picLocks/>
          </p:cNvPicPr>
          <p:nvPr userDrawn="1"/>
        </p:nvPicPr>
        <p:blipFill>
          <a:blip r:embed="rId21">
            <a:extLst>
              <a:ext uri="{96DAC541-7B7A-43D3-8B79-37D633B846F1}">
                <asvg:svgBlip xmlns:asvg="http://schemas.microsoft.com/office/drawing/2016/SVG/main" r:embed="rId22"/>
              </a:ext>
            </a:extLst>
          </a:blip>
          <a:stretch>
            <a:fillRect/>
          </a:stretch>
        </p:blipFill>
        <p:spPr>
          <a:xfrm>
            <a:off x="1681048" y="1249835"/>
            <a:ext cx="378000" cy="144000"/>
          </a:xfrm>
          <a:prstGeom prst="rect">
            <a:avLst/>
          </a:prstGeom>
        </p:spPr>
      </p:pic>
      <p:pic>
        <p:nvPicPr>
          <p:cNvPr id="114" name="Graphic 113">
            <a:extLst>
              <a:ext uri="{FF2B5EF4-FFF2-40B4-BE49-F238E27FC236}">
                <a16:creationId xmlns:a16="http://schemas.microsoft.com/office/drawing/2014/main" id="{AF1D5EFC-2A9F-40F0-84DE-9F12D7582A4A}"/>
              </a:ext>
            </a:extLst>
          </p:cNvPr>
          <p:cNvPicPr preferRelativeResize="0">
            <a:picLocks/>
          </p:cNvPicPr>
          <p:nvPr userDrawn="1"/>
        </p:nvPicPr>
        <p:blipFill>
          <a:blip r:embed="rId23">
            <a:extLst>
              <a:ext uri="{96DAC541-7B7A-43D3-8B79-37D633B846F1}">
                <asvg:svgBlip xmlns:asvg="http://schemas.microsoft.com/office/drawing/2016/SVG/main" r:embed="rId24"/>
              </a:ext>
            </a:extLst>
          </a:blip>
          <a:stretch>
            <a:fillRect/>
          </a:stretch>
        </p:blipFill>
        <p:spPr>
          <a:xfrm>
            <a:off x="1681048" y="2698235"/>
            <a:ext cx="378000" cy="144000"/>
          </a:xfrm>
          <a:prstGeom prst="rect">
            <a:avLst/>
          </a:prstGeom>
        </p:spPr>
      </p:pic>
      <p:pic>
        <p:nvPicPr>
          <p:cNvPr id="115" name="Graphic 114">
            <a:extLst>
              <a:ext uri="{FF2B5EF4-FFF2-40B4-BE49-F238E27FC236}">
                <a16:creationId xmlns:a16="http://schemas.microsoft.com/office/drawing/2014/main" id="{9BEC8EDD-AC8F-4413-8861-0EAAC6143EBF}"/>
              </a:ext>
            </a:extLst>
          </p:cNvPr>
          <p:cNvPicPr preferRelativeResize="0">
            <a:picLocks/>
          </p:cNvPicPr>
          <p:nvPr userDrawn="1"/>
        </p:nvPicPr>
        <p:blipFill>
          <a:blip r:embed="rId25">
            <a:extLst>
              <a:ext uri="{96DAC541-7B7A-43D3-8B79-37D633B846F1}">
                <asvg:svgBlip xmlns:asvg="http://schemas.microsoft.com/office/drawing/2016/SVG/main" r:embed="rId26"/>
              </a:ext>
            </a:extLst>
          </a:blip>
          <a:stretch>
            <a:fillRect/>
          </a:stretch>
        </p:blipFill>
        <p:spPr>
          <a:xfrm>
            <a:off x="1681048" y="4146635"/>
            <a:ext cx="378000" cy="144000"/>
          </a:xfrm>
          <a:prstGeom prst="rect">
            <a:avLst/>
          </a:prstGeom>
        </p:spPr>
      </p:pic>
      <p:pic>
        <p:nvPicPr>
          <p:cNvPr id="116" name="Graphic 115">
            <a:extLst>
              <a:ext uri="{FF2B5EF4-FFF2-40B4-BE49-F238E27FC236}">
                <a16:creationId xmlns:a16="http://schemas.microsoft.com/office/drawing/2014/main" id="{65B8B11A-6D5B-4222-A3FA-9C529A333AB0}"/>
              </a:ext>
            </a:extLst>
          </p:cNvPr>
          <p:cNvPicPr preferRelativeResize="0">
            <a:picLocks/>
          </p:cNvPicPr>
          <p:nvPr userDrawn="1"/>
        </p:nvPicPr>
        <p:blipFill>
          <a:blip r:embed="rId27">
            <a:extLst>
              <a:ext uri="{96DAC541-7B7A-43D3-8B79-37D633B846F1}">
                <asvg:svgBlip xmlns:asvg="http://schemas.microsoft.com/office/drawing/2016/SVG/main" r:embed="rId28"/>
              </a:ext>
            </a:extLst>
          </a:blip>
          <a:stretch>
            <a:fillRect/>
          </a:stretch>
        </p:blipFill>
        <p:spPr>
          <a:xfrm>
            <a:off x="1681048" y="5595035"/>
            <a:ext cx="378000" cy="144000"/>
          </a:xfrm>
          <a:prstGeom prst="rect">
            <a:avLst/>
          </a:prstGeom>
        </p:spPr>
      </p:pic>
      <p:pic>
        <p:nvPicPr>
          <p:cNvPr id="117" name="Graphic 116">
            <a:extLst>
              <a:ext uri="{FF2B5EF4-FFF2-40B4-BE49-F238E27FC236}">
                <a16:creationId xmlns:a16="http://schemas.microsoft.com/office/drawing/2014/main" id="{DEF1451D-B6A1-4704-A941-E48FA3914715}"/>
              </a:ext>
            </a:extLst>
          </p:cNvPr>
          <p:cNvPicPr preferRelativeResize="0">
            <a:picLocks/>
          </p:cNvPicPr>
          <p:nvPr userDrawn="1"/>
        </p:nvPicPr>
        <p:blipFill>
          <a:blip r:embed="rId29">
            <a:extLst>
              <a:ext uri="{96DAC541-7B7A-43D3-8B79-37D633B846F1}">
                <asvg:svgBlip xmlns:asvg="http://schemas.microsoft.com/office/drawing/2016/SVG/main" r:embed="rId30"/>
              </a:ext>
            </a:extLst>
          </a:blip>
          <a:stretch>
            <a:fillRect/>
          </a:stretch>
        </p:blipFill>
        <p:spPr>
          <a:xfrm>
            <a:off x="1681048" y="7043434"/>
            <a:ext cx="378000" cy="144000"/>
          </a:xfrm>
          <a:prstGeom prst="rect">
            <a:avLst/>
          </a:prstGeom>
        </p:spPr>
      </p:pic>
      <p:sp>
        <p:nvSpPr>
          <p:cNvPr id="124" name="Title 123">
            <a:extLst>
              <a:ext uri="{FF2B5EF4-FFF2-40B4-BE49-F238E27FC236}">
                <a16:creationId xmlns:a16="http://schemas.microsoft.com/office/drawing/2014/main" id="{B3407580-EBB8-4AA5-B546-D1F3744C9C79}"/>
              </a:ext>
            </a:extLst>
          </p:cNvPr>
          <p:cNvSpPr>
            <a:spLocks noGrp="1"/>
          </p:cNvSpPr>
          <p:nvPr>
            <p:ph type="title" hasCustomPrompt="1"/>
          </p:nvPr>
        </p:nvSpPr>
        <p:spPr>
          <a:xfrm>
            <a:off x="4245313" y="267973"/>
            <a:ext cx="2260112" cy="920153"/>
          </a:xfrm>
        </p:spPr>
        <p:txBody>
          <a:bodyPr lIns="0" tIns="0" rIns="0" bIns="0">
            <a:noAutofit/>
          </a:bodyPr>
          <a:lstStyle>
            <a:lvl1pPr algn="r">
              <a:defRPr sz="3100" b="1"/>
            </a:lvl1pPr>
          </a:lstStyle>
          <a:p>
            <a:r>
              <a:rPr lang="en-US" dirty="0"/>
              <a:t>PRODUCT</a:t>
            </a:r>
            <a:br>
              <a:rPr lang="en-US" dirty="0"/>
            </a:br>
            <a:r>
              <a:rPr lang="en-US" dirty="0"/>
              <a:t>ROADMAP</a:t>
            </a:r>
            <a:endParaRPr lang="ru-RU" dirty="0"/>
          </a:p>
        </p:txBody>
      </p:sp>
      <p:sp>
        <p:nvSpPr>
          <p:cNvPr id="126" name="Text Placeholder 125">
            <a:extLst>
              <a:ext uri="{FF2B5EF4-FFF2-40B4-BE49-F238E27FC236}">
                <a16:creationId xmlns:a16="http://schemas.microsoft.com/office/drawing/2014/main" id="{61E9C073-FC12-4172-943F-F20E258E6088}"/>
              </a:ext>
            </a:extLst>
          </p:cNvPr>
          <p:cNvSpPr>
            <a:spLocks noGrp="1"/>
          </p:cNvSpPr>
          <p:nvPr>
            <p:ph type="body" sz="quarter" idx="29" hasCustomPrompt="1"/>
          </p:nvPr>
        </p:nvSpPr>
        <p:spPr>
          <a:xfrm>
            <a:off x="5167711" y="1895661"/>
            <a:ext cx="914400" cy="304102"/>
          </a:xfrm>
        </p:spPr>
        <p:txBody>
          <a:bodyPr>
            <a:noAutofit/>
          </a:bodyPr>
          <a:lstStyle>
            <a:lvl1pPr marL="0" indent="0" algn="l">
              <a:buNone/>
              <a:defRPr sz="1800" b="1">
                <a:latin typeface="+mj-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dirty="0"/>
              <a:t>20XX</a:t>
            </a:r>
            <a:endParaRPr lang="ru-RU" dirty="0"/>
          </a:p>
        </p:txBody>
      </p:sp>
      <p:sp>
        <p:nvSpPr>
          <p:cNvPr id="127" name="Text Placeholder 125">
            <a:extLst>
              <a:ext uri="{FF2B5EF4-FFF2-40B4-BE49-F238E27FC236}">
                <a16:creationId xmlns:a16="http://schemas.microsoft.com/office/drawing/2014/main" id="{0C7C304C-05C9-4DB2-B0B0-74D44D8D141A}"/>
              </a:ext>
            </a:extLst>
          </p:cNvPr>
          <p:cNvSpPr>
            <a:spLocks noGrp="1"/>
          </p:cNvSpPr>
          <p:nvPr>
            <p:ph type="body" sz="quarter" idx="30"/>
          </p:nvPr>
        </p:nvSpPr>
        <p:spPr>
          <a:xfrm>
            <a:off x="5170254" y="2204148"/>
            <a:ext cx="1407768" cy="638087"/>
          </a:xfrm>
        </p:spPr>
        <p:txBody>
          <a:bodyPr>
            <a:noAutofit/>
          </a:bodyPr>
          <a:lstStyle>
            <a:lvl1pPr marL="0" indent="0" algn="l">
              <a:buNone/>
              <a:defRPr sz="800" b="0">
                <a:solidFill>
                  <a:schemeClr val="tx2"/>
                </a:solidFill>
                <a:latin typeface="+mn-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a:t>Click to edit Master text styles</a:t>
            </a:r>
          </a:p>
        </p:txBody>
      </p:sp>
      <p:sp>
        <p:nvSpPr>
          <p:cNvPr id="129" name="Text Placeholder 125">
            <a:extLst>
              <a:ext uri="{FF2B5EF4-FFF2-40B4-BE49-F238E27FC236}">
                <a16:creationId xmlns:a16="http://schemas.microsoft.com/office/drawing/2014/main" id="{F57246CD-9926-4879-B191-79E7A54314AA}"/>
              </a:ext>
            </a:extLst>
          </p:cNvPr>
          <p:cNvSpPr>
            <a:spLocks noGrp="1"/>
          </p:cNvSpPr>
          <p:nvPr>
            <p:ph type="body" sz="quarter" idx="31" hasCustomPrompt="1"/>
          </p:nvPr>
        </p:nvSpPr>
        <p:spPr>
          <a:xfrm>
            <a:off x="5167711" y="3343572"/>
            <a:ext cx="914400" cy="304102"/>
          </a:xfrm>
        </p:spPr>
        <p:txBody>
          <a:bodyPr>
            <a:noAutofit/>
          </a:bodyPr>
          <a:lstStyle>
            <a:lvl1pPr marL="0" indent="0" algn="l">
              <a:buNone/>
              <a:defRPr sz="1800" b="1">
                <a:latin typeface="+mj-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dirty="0"/>
              <a:t>20XX</a:t>
            </a:r>
            <a:endParaRPr lang="ru-RU" dirty="0"/>
          </a:p>
        </p:txBody>
      </p:sp>
      <p:sp>
        <p:nvSpPr>
          <p:cNvPr id="130" name="Text Placeholder 125">
            <a:extLst>
              <a:ext uri="{FF2B5EF4-FFF2-40B4-BE49-F238E27FC236}">
                <a16:creationId xmlns:a16="http://schemas.microsoft.com/office/drawing/2014/main" id="{9936E90E-F2B3-4E38-B811-25ED33DA3A95}"/>
              </a:ext>
            </a:extLst>
          </p:cNvPr>
          <p:cNvSpPr>
            <a:spLocks noGrp="1"/>
          </p:cNvSpPr>
          <p:nvPr>
            <p:ph type="body" sz="quarter" idx="32"/>
          </p:nvPr>
        </p:nvSpPr>
        <p:spPr>
          <a:xfrm>
            <a:off x="5170254" y="3652059"/>
            <a:ext cx="1407768" cy="638087"/>
          </a:xfrm>
        </p:spPr>
        <p:txBody>
          <a:bodyPr>
            <a:noAutofit/>
          </a:bodyPr>
          <a:lstStyle>
            <a:lvl1pPr marL="0" indent="0" algn="l">
              <a:buNone/>
              <a:defRPr sz="800" b="0">
                <a:solidFill>
                  <a:schemeClr val="tx2"/>
                </a:solidFill>
                <a:latin typeface="+mn-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a:t>Click to edit Master text styles</a:t>
            </a:r>
          </a:p>
        </p:txBody>
      </p:sp>
      <p:sp>
        <p:nvSpPr>
          <p:cNvPr id="131" name="Text Placeholder 125">
            <a:extLst>
              <a:ext uri="{FF2B5EF4-FFF2-40B4-BE49-F238E27FC236}">
                <a16:creationId xmlns:a16="http://schemas.microsoft.com/office/drawing/2014/main" id="{09319DEE-EC4D-4A76-B160-394553CFA6C2}"/>
              </a:ext>
            </a:extLst>
          </p:cNvPr>
          <p:cNvSpPr>
            <a:spLocks noGrp="1"/>
          </p:cNvSpPr>
          <p:nvPr>
            <p:ph type="body" sz="quarter" idx="33" hasCustomPrompt="1"/>
          </p:nvPr>
        </p:nvSpPr>
        <p:spPr>
          <a:xfrm>
            <a:off x="5167711" y="4791483"/>
            <a:ext cx="914400" cy="304102"/>
          </a:xfrm>
        </p:spPr>
        <p:txBody>
          <a:bodyPr>
            <a:noAutofit/>
          </a:bodyPr>
          <a:lstStyle>
            <a:lvl1pPr marL="0" indent="0" algn="l">
              <a:buNone/>
              <a:defRPr sz="1800" b="1">
                <a:latin typeface="+mj-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dirty="0"/>
              <a:t>20XX</a:t>
            </a:r>
            <a:endParaRPr lang="ru-RU" dirty="0"/>
          </a:p>
        </p:txBody>
      </p:sp>
      <p:sp>
        <p:nvSpPr>
          <p:cNvPr id="132" name="Text Placeholder 125">
            <a:extLst>
              <a:ext uri="{FF2B5EF4-FFF2-40B4-BE49-F238E27FC236}">
                <a16:creationId xmlns:a16="http://schemas.microsoft.com/office/drawing/2014/main" id="{1FD9D20E-0961-46BE-87E2-F9C4F76B60C4}"/>
              </a:ext>
            </a:extLst>
          </p:cNvPr>
          <p:cNvSpPr>
            <a:spLocks noGrp="1"/>
          </p:cNvSpPr>
          <p:nvPr>
            <p:ph type="body" sz="quarter" idx="34"/>
          </p:nvPr>
        </p:nvSpPr>
        <p:spPr>
          <a:xfrm>
            <a:off x="5170254" y="5099970"/>
            <a:ext cx="1407768" cy="638087"/>
          </a:xfrm>
        </p:spPr>
        <p:txBody>
          <a:bodyPr>
            <a:noAutofit/>
          </a:bodyPr>
          <a:lstStyle>
            <a:lvl1pPr marL="0" indent="0" algn="l">
              <a:buNone/>
              <a:defRPr sz="800" b="0">
                <a:solidFill>
                  <a:schemeClr val="tx2"/>
                </a:solidFill>
                <a:latin typeface="+mn-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a:t>Click to edit Master text styles</a:t>
            </a:r>
          </a:p>
        </p:txBody>
      </p:sp>
      <p:sp>
        <p:nvSpPr>
          <p:cNvPr id="133" name="Text Placeholder 125">
            <a:extLst>
              <a:ext uri="{FF2B5EF4-FFF2-40B4-BE49-F238E27FC236}">
                <a16:creationId xmlns:a16="http://schemas.microsoft.com/office/drawing/2014/main" id="{43063DE6-06A7-4B93-A9B1-56B792F46218}"/>
              </a:ext>
            </a:extLst>
          </p:cNvPr>
          <p:cNvSpPr>
            <a:spLocks noGrp="1"/>
          </p:cNvSpPr>
          <p:nvPr>
            <p:ph type="body" sz="quarter" idx="35" hasCustomPrompt="1"/>
          </p:nvPr>
        </p:nvSpPr>
        <p:spPr>
          <a:xfrm>
            <a:off x="5167711" y="6239394"/>
            <a:ext cx="914400" cy="304102"/>
          </a:xfrm>
        </p:spPr>
        <p:txBody>
          <a:bodyPr>
            <a:noAutofit/>
          </a:bodyPr>
          <a:lstStyle>
            <a:lvl1pPr marL="0" indent="0" algn="l">
              <a:buNone/>
              <a:defRPr sz="1800" b="1">
                <a:latin typeface="+mj-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dirty="0"/>
              <a:t>20XX</a:t>
            </a:r>
            <a:endParaRPr lang="ru-RU" dirty="0"/>
          </a:p>
        </p:txBody>
      </p:sp>
      <p:sp>
        <p:nvSpPr>
          <p:cNvPr id="134" name="Text Placeholder 125">
            <a:extLst>
              <a:ext uri="{FF2B5EF4-FFF2-40B4-BE49-F238E27FC236}">
                <a16:creationId xmlns:a16="http://schemas.microsoft.com/office/drawing/2014/main" id="{CC35E657-25FD-4CFB-93D1-5D8FDFD4205C}"/>
              </a:ext>
            </a:extLst>
          </p:cNvPr>
          <p:cNvSpPr>
            <a:spLocks noGrp="1"/>
          </p:cNvSpPr>
          <p:nvPr>
            <p:ph type="body" sz="quarter" idx="36"/>
          </p:nvPr>
        </p:nvSpPr>
        <p:spPr>
          <a:xfrm>
            <a:off x="5170254" y="6547881"/>
            <a:ext cx="1407768" cy="638087"/>
          </a:xfrm>
        </p:spPr>
        <p:txBody>
          <a:bodyPr>
            <a:noAutofit/>
          </a:bodyPr>
          <a:lstStyle>
            <a:lvl1pPr marL="0" indent="0" algn="l">
              <a:buNone/>
              <a:defRPr sz="800" b="0">
                <a:solidFill>
                  <a:schemeClr val="tx2"/>
                </a:solidFill>
                <a:latin typeface="+mn-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a:t>Click to edit Master text styles</a:t>
            </a:r>
          </a:p>
        </p:txBody>
      </p:sp>
      <p:sp>
        <p:nvSpPr>
          <p:cNvPr id="135" name="Text Placeholder 125">
            <a:extLst>
              <a:ext uri="{FF2B5EF4-FFF2-40B4-BE49-F238E27FC236}">
                <a16:creationId xmlns:a16="http://schemas.microsoft.com/office/drawing/2014/main" id="{D4A639A1-4C42-4815-9CE3-2E8328F3658D}"/>
              </a:ext>
            </a:extLst>
          </p:cNvPr>
          <p:cNvSpPr>
            <a:spLocks noGrp="1"/>
          </p:cNvSpPr>
          <p:nvPr>
            <p:ph type="body" sz="quarter" idx="37" hasCustomPrompt="1"/>
          </p:nvPr>
        </p:nvSpPr>
        <p:spPr>
          <a:xfrm>
            <a:off x="5167711" y="7687306"/>
            <a:ext cx="914400" cy="304102"/>
          </a:xfrm>
        </p:spPr>
        <p:txBody>
          <a:bodyPr>
            <a:noAutofit/>
          </a:bodyPr>
          <a:lstStyle>
            <a:lvl1pPr marL="0" indent="0" algn="l">
              <a:buNone/>
              <a:defRPr sz="1800" b="1">
                <a:latin typeface="+mj-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dirty="0"/>
              <a:t>20XX</a:t>
            </a:r>
            <a:endParaRPr lang="ru-RU" dirty="0"/>
          </a:p>
        </p:txBody>
      </p:sp>
      <p:sp>
        <p:nvSpPr>
          <p:cNvPr id="136" name="Text Placeholder 125">
            <a:extLst>
              <a:ext uri="{FF2B5EF4-FFF2-40B4-BE49-F238E27FC236}">
                <a16:creationId xmlns:a16="http://schemas.microsoft.com/office/drawing/2014/main" id="{B3269007-346F-4FD2-B1DF-C0ABF16C69E1}"/>
              </a:ext>
            </a:extLst>
          </p:cNvPr>
          <p:cNvSpPr>
            <a:spLocks noGrp="1"/>
          </p:cNvSpPr>
          <p:nvPr>
            <p:ph type="body" sz="quarter" idx="38"/>
          </p:nvPr>
        </p:nvSpPr>
        <p:spPr>
          <a:xfrm>
            <a:off x="5170254" y="7995793"/>
            <a:ext cx="1407768" cy="638087"/>
          </a:xfrm>
        </p:spPr>
        <p:txBody>
          <a:bodyPr>
            <a:noAutofit/>
          </a:bodyPr>
          <a:lstStyle>
            <a:lvl1pPr marL="0" indent="0" algn="l">
              <a:buNone/>
              <a:defRPr sz="800" b="0">
                <a:solidFill>
                  <a:schemeClr val="tx2"/>
                </a:solidFill>
                <a:latin typeface="+mn-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a:t>Click to edit Master text styles</a:t>
            </a:r>
          </a:p>
        </p:txBody>
      </p:sp>
      <p:sp>
        <p:nvSpPr>
          <p:cNvPr id="137" name="Text Placeholder 125">
            <a:extLst>
              <a:ext uri="{FF2B5EF4-FFF2-40B4-BE49-F238E27FC236}">
                <a16:creationId xmlns:a16="http://schemas.microsoft.com/office/drawing/2014/main" id="{2DD4B9A1-260C-47E9-85AF-839662A27B09}"/>
              </a:ext>
            </a:extLst>
          </p:cNvPr>
          <p:cNvSpPr>
            <a:spLocks noGrp="1"/>
          </p:cNvSpPr>
          <p:nvPr>
            <p:ph type="body" sz="quarter" idx="39" hasCustomPrompt="1"/>
          </p:nvPr>
        </p:nvSpPr>
        <p:spPr>
          <a:xfrm>
            <a:off x="777302" y="1175082"/>
            <a:ext cx="914400" cy="304102"/>
          </a:xfrm>
        </p:spPr>
        <p:txBody>
          <a:bodyPr>
            <a:noAutofit/>
          </a:bodyPr>
          <a:lstStyle>
            <a:lvl1pPr marL="0" indent="0" algn="r">
              <a:buNone/>
              <a:defRPr sz="1800" b="1">
                <a:latin typeface="+mj-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dirty="0"/>
              <a:t>20XX</a:t>
            </a:r>
            <a:endParaRPr lang="ru-RU" dirty="0"/>
          </a:p>
        </p:txBody>
      </p:sp>
      <p:sp>
        <p:nvSpPr>
          <p:cNvPr id="138" name="Text Placeholder 125">
            <a:extLst>
              <a:ext uri="{FF2B5EF4-FFF2-40B4-BE49-F238E27FC236}">
                <a16:creationId xmlns:a16="http://schemas.microsoft.com/office/drawing/2014/main" id="{1DDF711E-F1E1-4741-BED9-423C39E062A1}"/>
              </a:ext>
            </a:extLst>
          </p:cNvPr>
          <p:cNvSpPr>
            <a:spLocks noGrp="1"/>
          </p:cNvSpPr>
          <p:nvPr>
            <p:ph type="body" sz="quarter" idx="40"/>
          </p:nvPr>
        </p:nvSpPr>
        <p:spPr>
          <a:xfrm>
            <a:off x="283934" y="1479193"/>
            <a:ext cx="1407768" cy="638087"/>
          </a:xfrm>
        </p:spPr>
        <p:txBody>
          <a:bodyPr>
            <a:noAutofit/>
          </a:bodyPr>
          <a:lstStyle>
            <a:lvl1pPr marL="0" indent="0" algn="r">
              <a:buNone/>
              <a:defRPr sz="800" b="0">
                <a:solidFill>
                  <a:schemeClr val="tx2"/>
                </a:solidFill>
                <a:latin typeface="+mn-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a:t>Click to edit Master text styles</a:t>
            </a:r>
          </a:p>
        </p:txBody>
      </p:sp>
      <p:sp>
        <p:nvSpPr>
          <p:cNvPr id="139" name="Text Placeholder 125">
            <a:extLst>
              <a:ext uri="{FF2B5EF4-FFF2-40B4-BE49-F238E27FC236}">
                <a16:creationId xmlns:a16="http://schemas.microsoft.com/office/drawing/2014/main" id="{77BB882E-219A-476E-8B3E-23001520D76E}"/>
              </a:ext>
            </a:extLst>
          </p:cNvPr>
          <p:cNvSpPr>
            <a:spLocks noGrp="1"/>
          </p:cNvSpPr>
          <p:nvPr>
            <p:ph type="body" sz="quarter" idx="41" hasCustomPrompt="1"/>
          </p:nvPr>
        </p:nvSpPr>
        <p:spPr>
          <a:xfrm>
            <a:off x="777302" y="2627477"/>
            <a:ext cx="914400" cy="304102"/>
          </a:xfrm>
        </p:spPr>
        <p:txBody>
          <a:bodyPr>
            <a:noAutofit/>
          </a:bodyPr>
          <a:lstStyle>
            <a:lvl1pPr marL="0" indent="0" algn="r">
              <a:buNone/>
              <a:defRPr sz="1800" b="1">
                <a:latin typeface="+mj-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dirty="0"/>
              <a:t>20XX</a:t>
            </a:r>
            <a:endParaRPr lang="ru-RU" dirty="0"/>
          </a:p>
        </p:txBody>
      </p:sp>
      <p:sp>
        <p:nvSpPr>
          <p:cNvPr id="140" name="Text Placeholder 125">
            <a:extLst>
              <a:ext uri="{FF2B5EF4-FFF2-40B4-BE49-F238E27FC236}">
                <a16:creationId xmlns:a16="http://schemas.microsoft.com/office/drawing/2014/main" id="{89DFFD7A-9DD2-44B5-99C2-25902B382824}"/>
              </a:ext>
            </a:extLst>
          </p:cNvPr>
          <p:cNvSpPr>
            <a:spLocks noGrp="1"/>
          </p:cNvSpPr>
          <p:nvPr>
            <p:ph type="body" sz="quarter" idx="42"/>
          </p:nvPr>
        </p:nvSpPr>
        <p:spPr>
          <a:xfrm>
            <a:off x="283934" y="2931588"/>
            <a:ext cx="1407768" cy="638087"/>
          </a:xfrm>
        </p:spPr>
        <p:txBody>
          <a:bodyPr>
            <a:noAutofit/>
          </a:bodyPr>
          <a:lstStyle>
            <a:lvl1pPr marL="0" indent="0" algn="r">
              <a:buNone/>
              <a:defRPr sz="800" b="0">
                <a:solidFill>
                  <a:schemeClr val="tx2"/>
                </a:solidFill>
                <a:latin typeface="+mn-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a:t>Click to edit Master text styles</a:t>
            </a:r>
          </a:p>
        </p:txBody>
      </p:sp>
      <p:sp>
        <p:nvSpPr>
          <p:cNvPr id="141" name="Text Placeholder 125">
            <a:extLst>
              <a:ext uri="{FF2B5EF4-FFF2-40B4-BE49-F238E27FC236}">
                <a16:creationId xmlns:a16="http://schemas.microsoft.com/office/drawing/2014/main" id="{F30C0AAF-6652-4351-8462-0E29AB699244}"/>
              </a:ext>
            </a:extLst>
          </p:cNvPr>
          <p:cNvSpPr>
            <a:spLocks noGrp="1"/>
          </p:cNvSpPr>
          <p:nvPr>
            <p:ph type="body" sz="quarter" idx="43" hasCustomPrompt="1"/>
          </p:nvPr>
        </p:nvSpPr>
        <p:spPr>
          <a:xfrm>
            <a:off x="777302" y="4079872"/>
            <a:ext cx="914400" cy="304102"/>
          </a:xfrm>
        </p:spPr>
        <p:txBody>
          <a:bodyPr>
            <a:noAutofit/>
          </a:bodyPr>
          <a:lstStyle>
            <a:lvl1pPr marL="0" indent="0" algn="r">
              <a:buNone/>
              <a:defRPr sz="1800" b="1">
                <a:latin typeface="+mj-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dirty="0"/>
              <a:t>20XX</a:t>
            </a:r>
            <a:endParaRPr lang="ru-RU" dirty="0"/>
          </a:p>
        </p:txBody>
      </p:sp>
      <p:sp>
        <p:nvSpPr>
          <p:cNvPr id="142" name="Text Placeholder 125">
            <a:extLst>
              <a:ext uri="{FF2B5EF4-FFF2-40B4-BE49-F238E27FC236}">
                <a16:creationId xmlns:a16="http://schemas.microsoft.com/office/drawing/2014/main" id="{CD8B9314-7C43-4A64-BE27-81EC4D690E96}"/>
              </a:ext>
            </a:extLst>
          </p:cNvPr>
          <p:cNvSpPr>
            <a:spLocks noGrp="1"/>
          </p:cNvSpPr>
          <p:nvPr>
            <p:ph type="body" sz="quarter" idx="44"/>
          </p:nvPr>
        </p:nvSpPr>
        <p:spPr>
          <a:xfrm>
            <a:off x="283934" y="4383983"/>
            <a:ext cx="1407768" cy="638087"/>
          </a:xfrm>
        </p:spPr>
        <p:txBody>
          <a:bodyPr>
            <a:noAutofit/>
          </a:bodyPr>
          <a:lstStyle>
            <a:lvl1pPr marL="0" indent="0" algn="r">
              <a:buNone/>
              <a:defRPr sz="800" b="0">
                <a:solidFill>
                  <a:schemeClr val="tx2"/>
                </a:solidFill>
                <a:latin typeface="+mn-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a:t>Click to edit Master text styles</a:t>
            </a:r>
          </a:p>
        </p:txBody>
      </p:sp>
      <p:sp>
        <p:nvSpPr>
          <p:cNvPr id="143" name="Text Placeholder 125">
            <a:extLst>
              <a:ext uri="{FF2B5EF4-FFF2-40B4-BE49-F238E27FC236}">
                <a16:creationId xmlns:a16="http://schemas.microsoft.com/office/drawing/2014/main" id="{76C8DAF6-BCAA-4A6A-8584-CBACCC55D4A9}"/>
              </a:ext>
            </a:extLst>
          </p:cNvPr>
          <p:cNvSpPr>
            <a:spLocks noGrp="1"/>
          </p:cNvSpPr>
          <p:nvPr>
            <p:ph type="body" sz="quarter" idx="45" hasCustomPrompt="1"/>
          </p:nvPr>
        </p:nvSpPr>
        <p:spPr>
          <a:xfrm>
            <a:off x="777302" y="5532268"/>
            <a:ext cx="914400" cy="304102"/>
          </a:xfrm>
        </p:spPr>
        <p:txBody>
          <a:bodyPr>
            <a:noAutofit/>
          </a:bodyPr>
          <a:lstStyle>
            <a:lvl1pPr marL="0" indent="0" algn="r">
              <a:buNone/>
              <a:defRPr sz="1800" b="1">
                <a:latin typeface="+mj-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dirty="0"/>
              <a:t>20XX</a:t>
            </a:r>
            <a:endParaRPr lang="ru-RU" dirty="0"/>
          </a:p>
        </p:txBody>
      </p:sp>
      <p:sp>
        <p:nvSpPr>
          <p:cNvPr id="144" name="Text Placeholder 125">
            <a:extLst>
              <a:ext uri="{FF2B5EF4-FFF2-40B4-BE49-F238E27FC236}">
                <a16:creationId xmlns:a16="http://schemas.microsoft.com/office/drawing/2014/main" id="{67BC4A97-C4FB-421D-94A4-6782498E5DBE}"/>
              </a:ext>
            </a:extLst>
          </p:cNvPr>
          <p:cNvSpPr>
            <a:spLocks noGrp="1"/>
          </p:cNvSpPr>
          <p:nvPr>
            <p:ph type="body" sz="quarter" idx="46"/>
          </p:nvPr>
        </p:nvSpPr>
        <p:spPr>
          <a:xfrm>
            <a:off x="283934" y="5836379"/>
            <a:ext cx="1407768" cy="638087"/>
          </a:xfrm>
        </p:spPr>
        <p:txBody>
          <a:bodyPr>
            <a:noAutofit/>
          </a:bodyPr>
          <a:lstStyle>
            <a:lvl1pPr marL="0" indent="0" algn="r">
              <a:buNone/>
              <a:defRPr sz="800" b="0">
                <a:solidFill>
                  <a:schemeClr val="tx2"/>
                </a:solidFill>
                <a:latin typeface="+mn-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a:t>Click to edit Master text styles</a:t>
            </a:r>
          </a:p>
        </p:txBody>
      </p:sp>
      <p:sp>
        <p:nvSpPr>
          <p:cNvPr id="145" name="Text Placeholder 125">
            <a:extLst>
              <a:ext uri="{FF2B5EF4-FFF2-40B4-BE49-F238E27FC236}">
                <a16:creationId xmlns:a16="http://schemas.microsoft.com/office/drawing/2014/main" id="{0E9F45AE-C3A2-491A-B767-3DDAD7726AFE}"/>
              </a:ext>
            </a:extLst>
          </p:cNvPr>
          <p:cNvSpPr>
            <a:spLocks noGrp="1"/>
          </p:cNvSpPr>
          <p:nvPr>
            <p:ph type="body" sz="quarter" idx="47" hasCustomPrompt="1"/>
          </p:nvPr>
        </p:nvSpPr>
        <p:spPr>
          <a:xfrm>
            <a:off x="777302" y="6984664"/>
            <a:ext cx="914400" cy="304102"/>
          </a:xfrm>
        </p:spPr>
        <p:txBody>
          <a:bodyPr>
            <a:noAutofit/>
          </a:bodyPr>
          <a:lstStyle>
            <a:lvl1pPr marL="0" indent="0" algn="r">
              <a:buNone/>
              <a:defRPr sz="1800" b="1">
                <a:latin typeface="+mj-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dirty="0"/>
              <a:t>20XX</a:t>
            </a:r>
            <a:endParaRPr lang="ru-RU" dirty="0"/>
          </a:p>
        </p:txBody>
      </p:sp>
      <p:sp>
        <p:nvSpPr>
          <p:cNvPr id="146" name="Text Placeholder 125">
            <a:extLst>
              <a:ext uri="{FF2B5EF4-FFF2-40B4-BE49-F238E27FC236}">
                <a16:creationId xmlns:a16="http://schemas.microsoft.com/office/drawing/2014/main" id="{C6C593EB-C5A3-477B-AF33-06A1FC9C2D5A}"/>
              </a:ext>
            </a:extLst>
          </p:cNvPr>
          <p:cNvSpPr>
            <a:spLocks noGrp="1"/>
          </p:cNvSpPr>
          <p:nvPr>
            <p:ph type="body" sz="quarter" idx="48"/>
          </p:nvPr>
        </p:nvSpPr>
        <p:spPr>
          <a:xfrm>
            <a:off x="283934" y="7288775"/>
            <a:ext cx="1407768" cy="638087"/>
          </a:xfrm>
        </p:spPr>
        <p:txBody>
          <a:bodyPr>
            <a:noAutofit/>
          </a:bodyPr>
          <a:lstStyle>
            <a:lvl1pPr marL="0" indent="0" algn="r">
              <a:buNone/>
              <a:defRPr sz="800" b="0">
                <a:solidFill>
                  <a:schemeClr val="tx2"/>
                </a:solidFill>
                <a:latin typeface="+mn-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a:t>Click to edit Master text styles</a:t>
            </a:r>
          </a:p>
        </p:txBody>
      </p:sp>
      <p:sp>
        <p:nvSpPr>
          <p:cNvPr id="148" name="Text Placeholder 125">
            <a:extLst>
              <a:ext uri="{FF2B5EF4-FFF2-40B4-BE49-F238E27FC236}">
                <a16:creationId xmlns:a16="http://schemas.microsoft.com/office/drawing/2014/main" id="{1BAD5442-3EEA-4CC9-8722-EE38EFAB42A4}"/>
              </a:ext>
            </a:extLst>
          </p:cNvPr>
          <p:cNvSpPr>
            <a:spLocks noGrp="1"/>
          </p:cNvSpPr>
          <p:nvPr>
            <p:ph type="body" sz="quarter" idx="49" hasCustomPrompt="1"/>
          </p:nvPr>
        </p:nvSpPr>
        <p:spPr>
          <a:xfrm>
            <a:off x="284434" y="7976772"/>
            <a:ext cx="1407768" cy="827894"/>
          </a:xfrm>
        </p:spPr>
        <p:txBody>
          <a:bodyPr>
            <a:noAutofit/>
          </a:bodyPr>
          <a:lstStyle>
            <a:lvl1pPr marL="0" indent="0" algn="l">
              <a:buNone/>
              <a:defRPr sz="3100" b="1">
                <a:latin typeface="+mj-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dirty="0"/>
              <a:t>20XX</a:t>
            </a:r>
            <a:br>
              <a:rPr lang="en-US" dirty="0"/>
            </a:br>
            <a:r>
              <a:rPr lang="en-US" dirty="0"/>
              <a:t>20YY</a:t>
            </a:r>
            <a:endParaRPr lang="ru-RU" dirty="0"/>
          </a:p>
        </p:txBody>
      </p:sp>
      <p:pic>
        <p:nvPicPr>
          <p:cNvPr id="151" name="Graphic 150">
            <a:extLst>
              <a:ext uri="{FF2B5EF4-FFF2-40B4-BE49-F238E27FC236}">
                <a16:creationId xmlns:a16="http://schemas.microsoft.com/office/drawing/2014/main" id="{6E7D6CD0-B65D-490C-BB82-4F861318EB09}"/>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442107" y="8390719"/>
            <a:ext cx="86400" cy="86400"/>
          </a:xfrm>
          <a:prstGeom prst="rect">
            <a:avLst/>
          </a:prstGeom>
        </p:spPr>
      </p:pic>
      <p:pic>
        <p:nvPicPr>
          <p:cNvPr id="152" name="Graphic 151">
            <a:extLst>
              <a:ext uri="{FF2B5EF4-FFF2-40B4-BE49-F238E27FC236}">
                <a16:creationId xmlns:a16="http://schemas.microsoft.com/office/drawing/2014/main" id="{1B7EC4F3-1509-4925-BD92-54C58B32BD9F}"/>
              </a:ext>
            </a:extLst>
          </p:cNvPr>
          <p:cNvPicPr preferRelativeResize="0">
            <a:picLocks noChangeAspect="1"/>
          </p:cNvPicPr>
          <p:nvPr userDrawn="1"/>
        </p:nvPicPr>
        <p:blipFill>
          <a:blip r:embed="rId33">
            <a:extLst>
              <a:ext uri="{96DAC541-7B7A-43D3-8B79-37D633B846F1}">
                <asvg:svgBlip xmlns:asvg="http://schemas.microsoft.com/office/drawing/2016/SVG/main" r:embed="rId34"/>
              </a:ext>
            </a:extLst>
          </a:blip>
          <a:stretch>
            <a:fillRect/>
          </a:stretch>
        </p:blipFill>
        <p:spPr>
          <a:xfrm>
            <a:off x="2145600" y="0"/>
            <a:ext cx="2566800" cy="2060368"/>
          </a:xfrm>
          <a:prstGeom prst="rect">
            <a:avLst/>
          </a:prstGeom>
        </p:spPr>
      </p:pic>
      <p:sp>
        <p:nvSpPr>
          <p:cNvPr id="162" name="Picture Placeholder 161">
            <a:extLst>
              <a:ext uri="{FF2B5EF4-FFF2-40B4-BE49-F238E27FC236}">
                <a16:creationId xmlns:a16="http://schemas.microsoft.com/office/drawing/2014/main" id="{F870B909-72EA-4D59-9577-5B30CD8BAECC}"/>
              </a:ext>
            </a:extLst>
          </p:cNvPr>
          <p:cNvSpPr>
            <a:spLocks noGrp="1"/>
          </p:cNvSpPr>
          <p:nvPr>
            <p:ph type="pic" sz="quarter" idx="50"/>
          </p:nvPr>
        </p:nvSpPr>
        <p:spPr>
          <a:xfrm>
            <a:off x="1256502" y="768704"/>
            <a:ext cx="439200" cy="439200"/>
          </a:xfrm>
        </p:spPr>
        <p:txBody>
          <a:bodyPr anchor="ctr" anchorCtr="0">
            <a:normAutofit/>
          </a:bodyPr>
          <a:lstStyle>
            <a:lvl1pPr marL="0" indent="0" algn="ctr">
              <a:buNone/>
              <a:defRPr sz="600"/>
            </a:lvl1pPr>
          </a:lstStyle>
          <a:p>
            <a:r>
              <a:rPr lang="en-US" dirty="0"/>
              <a:t>Click icon to add picture</a:t>
            </a:r>
            <a:endParaRPr lang="ru-RU" dirty="0"/>
          </a:p>
        </p:txBody>
      </p:sp>
      <p:sp>
        <p:nvSpPr>
          <p:cNvPr id="163" name="Picture Placeholder 161">
            <a:extLst>
              <a:ext uri="{FF2B5EF4-FFF2-40B4-BE49-F238E27FC236}">
                <a16:creationId xmlns:a16="http://schemas.microsoft.com/office/drawing/2014/main" id="{CDA0B0E1-512A-4F96-9FDF-B4DA609D921F}"/>
              </a:ext>
            </a:extLst>
          </p:cNvPr>
          <p:cNvSpPr>
            <a:spLocks noGrp="1"/>
          </p:cNvSpPr>
          <p:nvPr>
            <p:ph type="pic" sz="quarter" idx="51"/>
          </p:nvPr>
        </p:nvSpPr>
        <p:spPr>
          <a:xfrm>
            <a:off x="1256502" y="2214104"/>
            <a:ext cx="439200" cy="439200"/>
          </a:xfrm>
        </p:spPr>
        <p:txBody>
          <a:bodyPr anchor="ctr" anchorCtr="0">
            <a:normAutofit/>
          </a:bodyPr>
          <a:lstStyle>
            <a:lvl1pPr marL="0" indent="0" algn="ctr">
              <a:buNone/>
              <a:defRPr sz="600"/>
            </a:lvl1pPr>
          </a:lstStyle>
          <a:p>
            <a:r>
              <a:rPr lang="en-US" dirty="0"/>
              <a:t>Click icon to add picture</a:t>
            </a:r>
            <a:endParaRPr lang="ru-RU" dirty="0"/>
          </a:p>
        </p:txBody>
      </p:sp>
      <p:sp>
        <p:nvSpPr>
          <p:cNvPr id="164" name="Picture Placeholder 161">
            <a:extLst>
              <a:ext uri="{FF2B5EF4-FFF2-40B4-BE49-F238E27FC236}">
                <a16:creationId xmlns:a16="http://schemas.microsoft.com/office/drawing/2014/main" id="{048F318E-3204-4389-942D-101D5836C9D8}"/>
              </a:ext>
            </a:extLst>
          </p:cNvPr>
          <p:cNvSpPr>
            <a:spLocks noGrp="1"/>
          </p:cNvSpPr>
          <p:nvPr>
            <p:ph type="pic" sz="quarter" idx="52"/>
          </p:nvPr>
        </p:nvSpPr>
        <p:spPr>
          <a:xfrm>
            <a:off x="1256502" y="3659504"/>
            <a:ext cx="439200" cy="439200"/>
          </a:xfrm>
        </p:spPr>
        <p:txBody>
          <a:bodyPr anchor="ctr" anchorCtr="0">
            <a:normAutofit/>
          </a:bodyPr>
          <a:lstStyle>
            <a:lvl1pPr marL="0" indent="0" algn="ctr">
              <a:buNone/>
              <a:defRPr sz="600"/>
            </a:lvl1pPr>
          </a:lstStyle>
          <a:p>
            <a:r>
              <a:rPr lang="en-US" dirty="0"/>
              <a:t>Click icon to add picture</a:t>
            </a:r>
            <a:endParaRPr lang="ru-RU" dirty="0"/>
          </a:p>
        </p:txBody>
      </p:sp>
      <p:sp>
        <p:nvSpPr>
          <p:cNvPr id="165" name="Picture Placeholder 161">
            <a:extLst>
              <a:ext uri="{FF2B5EF4-FFF2-40B4-BE49-F238E27FC236}">
                <a16:creationId xmlns:a16="http://schemas.microsoft.com/office/drawing/2014/main" id="{2CCFF41C-8ABD-40A6-B8DE-716AC102A4E1}"/>
              </a:ext>
            </a:extLst>
          </p:cNvPr>
          <p:cNvSpPr>
            <a:spLocks noGrp="1"/>
          </p:cNvSpPr>
          <p:nvPr>
            <p:ph type="pic" sz="quarter" idx="53"/>
          </p:nvPr>
        </p:nvSpPr>
        <p:spPr>
          <a:xfrm>
            <a:off x="1256502" y="5104904"/>
            <a:ext cx="439200" cy="439200"/>
          </a:xfrm>
        </p:spPr>
        <p:txBody>
          <a:bodyPr anchor="ctr" anchorCtr="0">
            <a:normAutofit/>
          </a:bodyPr>
          <a:lstStyle>
            <a:lvl1pPr marL="0" indent="0" algn="ctr">
              <a:buNone/>
              <a:defRPr sz="600"/>
            </a:lvl1pPr>
          </a:lstStyle>
          <a:p>
            <a:r>
              <a:rPr lang="en-US" dirty="0"/>
              <a:t>Click icon to add picture</a:t>
            </a:r>
            <a:endParaRPr lang="ru-RU" dirty="0"/>
          </a:p>
        </p:txBody>
      </p:sp>
      <p:sp>
        <p:nvSpPr>
          <p:cNvPr id="166" name="Picture Placeholder 161">
            <a:extLst>
              <a:ext uri="{FF2B5EF4-FFF2-40B4-BE49-F238E27FC236}">
                <a16:creationId xmlns:a16="http://schemas.microsoft.com/office/drawing/2014/main" id="{BD4BA0D9-906A-4550-921F-8DEF8B5F67F5}"/>
              </a:ext>
            </a:extLst>
          </p:cNvPr>
          <p:cNvSpPr>
            <a:spLocks noGrp="1"/>
          </p:cNvSpPr>
          <p:nvPr>
            <p:ph type="pic" sz="quarter" idx="54"/>
          </p:nvPr>
        </p:nvSpPr>
        <p:spPr>
          <a:xfrm>
            <a:off x="1256502" y="6550306"/>
            <a:ext cx="439200" cy="439200"/>
          </a:xfrm>
        </p:spPr>
        <p:txBody>
          <a:bodyPr anchor="ctr" anchorCtr="0">
            <a:normAutofit/>
          </a:bodyPr>
          <a:lstStyle>
            <a:lvl1pPr marL="0" indent="0" algn="ctr">
              <a:buNone/>
              <a:defRPr sz="600"/>
            </a:lvl1pPr>
          </a:lstStyle>
          <a:p>
            <a:r>
              <a:rPr lang="en-US" dirty="0"/>
              <a:t>Click icon to add picture</a:t>
            </a:r>
            <a:endParaRPr lang="ru-RU" dirty="0"/>
          </a:p>
        </p:txBody>
      </p:sp>
      <p:sp>
        <p:nvSpPr>
          <p:cNvPr id="167" name="Picture Placeholder 161">
            <a:extLst>
              <a:ext uri="{FF2B5EF4-FFF2-40B4-BE49-F238E27FC236}">
                <a16:creationId xmlns:a16="http://schemas.microsoft.com/office/drawing/2014/main" id="{38A03188-2028-4987-8540-3F92BAA01C04}"/>
              </a:ext>
            </a:extLst>
          </p:cNvPr>
          <p:cNvSpPr>
            <a:spLocks noGrp="1"/>
          </p:cNvSpPr>
          <p:nvPr>
            <p:ph type="pic" sz="quarter" idx="55"/>
          </p:nvPr>
        </p:nvSpPr>
        <p:spPr>
          <a:xfrm>
            <a:off x="5170254" y="1466154"/>
            <a:ext cx="439200" cy="439200"/>
          </a:xfrm>
        </p:spPr>
        <p:txBody>
          <a:bodyPr anchor="ctr" anchorCtr="0">
            <a:normAutofit/>
          </a:bodyPr>
          <a:lstStyle>
            <a:lvl1pPr marL="0" indent="0" algn="ctr">
              <a:buNone/>
              <a:defRPr sz="600"/>
            </a:lvl1pPr>
          </a:lstStyle>
          <a:p>
            <a:r>
              <a:rPr lang="en-US" dirty="0"/>
              <a:t>Click icon to add picture</a:t>
            </a:r>
            <a:endParaRPr lang="ru-RU" dirty="0"/>
          </a:p>
        </p:txBody>
      </p:sp>
      <p:sp>
        <p:nvSpPr>
          <p:cNvPr id="168" name="Picture Placeholder 161">
            <a:extLst>
              <a:ext uri="{FF2B5EF4-FFF2-40B4-BE49-F238E27FC236}">
                <a16:creationId xmlns:a16="http://schemas.microsoft.com/office/drawing/2014/main" id="{E852A18B-1B0E-4D14-A3B5-90901651D9AD}"/>
              </a:ext>
            </a:extLst>
          </p:cNvPr>
          <p:cNvSpPr>
            <a:spLocks noGrp="1"/>
          </p:cNvSpPr>
          <p:nvPr>
            <p:ph type="pic" sz="quarter" idx="56"/>
          </p:nvPr>
        </p:nvSpPr>
        <p:spPr>
          <a:xfrm>
            <a:off x="5170254" y="2911554"/>
            <a:ext cx="439200" cy="439200"/>
          </a:xfrm>
        </p:spPr>
        <p:txBody>
          <a:bodyPr anchor="ctr" anchorCtr="0">
            <a:normAutofit/>
          </a:bodyPr>
          <a:lstStyle>
            <a:lvl1pPr marL="0" indent="0" algn="ctr">
              <a:buNone/>
              <a:defRPr sz="600"/>
            </a:lvl1pPr>
          </a:lstStyle>
          <a:p>
            <a:r>
              <a:rPr lang="en-US" dirty="0"/>
              <a:t>Click icon to add picture</a:t>
            </a:r>
            <a:endParaRPr lang="ru-RU" dirty="0"/>
          </a:p>
        </p:txBody>
      </p:sp>
      <p:sp>
        <p:nvSpPr>
          <p:cNvPr id="169" name="Picture Placeholder 161">
            <a:extLst>
              <a:ext uri="{FF2B5EF4-FFF2-40B4-BE49-F238E27FC236}">
                <a16:creationId xmlns:a16="http://schemas.microsoft.com/office/drawing/2014/main" id="{E3CBC1C2-A558-473B-B432-5EA0DF907D4F}"/>
              </a:ext>
            </a:extLst>
          </p:cNvPr>
          <p:cNvSpPr>
            <a:spLocks noGrp="1"/>
          </p:cNvSpPr>
          <p:nvPr>
            <p:ph type="pic" sz="quarter" idx="57"/>
          </p:nvPr>
        </p:nvSpPr>
        <p:spPr>
          <a:xfrm>
            <a:off x="5170254" y="4356954"/>
            <a:ext cx="439200" cy="439200"/>
          </a:xfrm>
        </p:spPr>
        <p:txBody>
          <a:bodyPr anchor="ctr" anchorCtr="0">
            <a:normAutofit/>
          </a:bodyPr>
          <a:lstStyle>
            <a:lvl1pPr marL="0" indent="0" algn="ctr">
              <a:buNone/>
              <a:defRPr sz="600"/>
            </a:lvl1pPr>
          </a:lstStyle>
          <a:p>
            <a:r>
              <a:rPr lang="en-US" dirty="0"/>
              <a:t>Click icon to add picture</a:t>
            </a:r>
            <a:endParaRPr lang="ru-RU" dirty="0"/>
          </a:p>
        </p:txBody>
      </p:sp>
      <p:sp>
        <p:nvSpPr>
          <p:cNvPr id="170" name="Picture Placeholder 161">
            <a:extLst>
              <a:ext uri="{FF2B5EF4-FFF2-40B4-BE49-F238E27FC236}">
                <a16:creationId xmlns:a16="http://schemas.microsoft.com/office/drawing/2014/main" id="{4DE9035A-302D-4F90-9635-EFCB5C1CA7B5}"/>
              </a:ext>
            </a:extLst>
          </p:cNvPr>
          <p:cNvSpPr>
            <a:spLocks noGrp="1"/>
          </p:cNvSpPr>
          <p:nvPr>
            <p:ph type="pic" sz="quarter" idx="58"/>
          </p:nvPr>
        </p:nvSpPr>
        <p:spPr>
          <a:xfrm>
            <a:off x="5170254" y="5802354"/>
            <a:ext cx="439200" cy="439200"/>
          </a:xfrm>
        </p:spPr>
        <p:txBody>
          <a:bodyPr anchor="ctr" anchorCtr="0">
            <a:normAutofit/>
          </a:bodyPr>
          <a:lstStyle>
            <a:lvl1pPr marL="0" indent="0" algn="ctr">
              <a:buNone/>
              <a:defRPr sz="600"/>
            </a:lvl1pPr>
          </a:lstStyle>
          <a:p>
            <a:r>
              <a:rPr lang="en-US" dirty="0"/>
              <a:t>Click icon to add picture</a:t>
            </a:r>
            <a:endParaRPr lang="ru-RU" dirty="0"/>
          </a:p>
        </p:txBody>
      </p:sp>
      <p:sp>
        <p:nvSpPr>
          <p:cNvPr id="171" name="Picture Placeholder 161">
            <a:extLst>
              <a:ext uri="{FF2B5EF4-FFF2-40B4-BE49-F238E27FC236}">
                <a16:creationId xmlns:a16="http://schemas.microsoft.com/office/drawing/2014/main" id="{E3AC4923-7437-4A2F-9E25-AF9781EC54AB}"/>
              </a:ext>
            </a:extLst>
          </p:cNvPr>
          <p:cNvSpPr>
            <a:spLocks noGrp="1"/>
          </p:cNvSpPr>
          <p:nvPr>
            <p:ph type="pic" sz="quarter" idx="59"/>
          </p:nvPr>
        </p:nvSpPr>
        <p:spPr>
          <a:xfrm>
            <a:off x="5170254" y="7247756"/>
            <a:ext cx="439200" cy="439200"/>
          </a:xfrm>
        </p:spPr>
        <p:txBody>
          <a:bodyPr anchor="ctr" anchorCtr="0">
            <a:normAutofit/>
          </a:bodyPr>
          <a:lstStyle>
            <a:lvl1pPr marL="0" indent="0" algn="ctr">
              <a:buNone/>
              <a:defRPr sz="600"/>
            </a:lvl1pPr>
          </a:lstStyle>
          <a:p>
            <a:r>
              <a:rPr lang="en-US" dirty="0"/>
              <a:t>Click icon to add picture</a:t>
            </a:r>
            <a:endParaRPr lang="ru-RU" dirty="0"/>
          </a:p>
        </p:txBody>
      </p:sp>
      <p:pic>
        <p:nvPicPr>
          <p:cNvPr id="178" name="Graphic 177">
            <a:extLst>
              <a:ext uri="{FF2B5EF4-FFF2-40B4-BE49-F238E27FC236}">
                <a16:creationId xmlns:a16="http://schemas.microsoft.com/office/drawing/2014/main" id="{3149A7F4-4CDA-4E4A-8A0E-916FFE64A687}"/>
              </a:ext>
            </a:extLst>
          </p:cNvPr>
          <p:cNvPicPr preferRelativeResize="0">
            <a:picLocks/>
          </p:cNvPicPr>
          <p:nvPr userDrawn="1"/>
        </p:nvPicPr>
        <p:blipFill>
          <a:blip r:embed="rId35">
            <a:extLst>
              <a:ext uri="{96DAC541-7B7A-43D3-8B79-37D633B846F1}">
                <asvg:svgBlip xmlns:asvg="http://schemas.microsoft.com/office/drawing/2016/SVG/main" r:embed="rId36"/>
              </a:ext>
            </a:extLst>
          </a:blip>
          <a:stretch>
            <a:fillRect/>
          </a:stretch>
        </p:blipFill>
        <p:spPr>
          <a:xfrm>
            <a:off x="4579416" y="1979319"/>
            <a:ext cx="594000" cy="144000"/>
          </a:xfrm>
          <a:prstGeom prst="rect">
            <a:avLst/>
          </a:prstGeom>
        </p:spPr>
      </p:pic>
      <p:pic>
        <p:nvPicPr>
          <p:cNvPr id="179" name="Graphic 178">
            <a:extLst>
              <a:ext uri="{FF2B5EF4-FFF2-40B4-BE49-F238E27FC236}">
                <a16:creationId xmlns:a16="http://schemas.microsoft.com/office/drawing/2014/main" id="{16F8F551-DF22-4154-9160-E3D1BE3ED58B}"/>
              </a:ext>
            </a:extLst>
          </p:cNvPr>
          <p:cNvPicPr preferRelativeResize="0">
            <a:picLocks/>
          </p:cNvPicPr>
          <p:nvPr userDrawn="1"/>
        </p:nvPicPr>
        <p:blipFill>
          <a:blip r:embed="rId37">
            <a:extLst>
              <a:ext uri="{96DAC541-7B7A-43D3-8B79-37D633B846F1}">
                <asvg:svgBlip xmlns:asvg="http://schemas.microsoft.com/office/drawing/2016/SVG/main" r:embed="rId38"/>
              </a:ext>
            </a:extLst>
          </a:blip>
          <a:stretch>
            <a:fillRect/>
          </a:stretch>
        </p:blipFill>
        <p:spPr>
          <a:xfrm>
            <a:off x="4579416" y="3417350"/>
            <a:ext cx="594000" cy="144000"/>
          </a:xfrm>
          <a:prstGeom prst="rect">
            <a:avLst/>
          </a:prstGeom>
        </p:spPr>
      </p:pic>
      <p:pic>
        <p:nvPicPr>
          <p:cNvPr id="180" name="Graphic 179">
            <a:extLst>
              <a:ext uri="{FF2B5EF4-FFF2-40B4-BE49-F238E27FC236}">
                <a16:creationId xmlns:a16="http://schemas.microsoft.com/office/drawing/2014/main" id="{DFAB86E6-909B-4AA9-8F44-2A7709C04949}"/>
              </a:ext>
            </a:extLst>
          </p:cNvPr>
          <p:cNvPicPr preferRelativeResize="0">
            <a:picLocks/>
          </p:cNvPicPr>
          <p:nvPr userDrawn="1"/>
        </p:nvPicPr>
        <p:blipFill>
          <a:blip r:embed="rId39">
            <a:extLst>
              <a:ext uri="{96DAC541-7B7A-43D3-8B79-37D633B846F1}">
                <asvg:svgBlip xmlns:asvg="http://schemas.microsoft.com/office/drawing/2016/SVG/main" r:embed="rId40"/>
              </a:ext>
            </a:extLst>
          </a:blip>
          <a:stretch>
            <a:fillRect/>
          </a:stretch>
        </p:blipFill>
        <p:spPr>
          <a:xfrm>
            <a:off x="4579416" y="4866034"/>
            <a:ext cx="594000" cy="144000"/>
          </a:xfrm>
          <a:prstGeom prst="rect">
            <a:avLst/>
          </a:prstGeom>
        </p:spPr>
      </p:pic>
      <p:pic>
        <p:nvPicPr>
          <p:cNvPr id="157" name="Graphic 156">
            <a:extLst>
              <a:ext uri="{FF2B5EF4-FFF2-40B4-BE49-F238E27FC236}">
                <a16:creationId xmlns:a16="http://schemas.microsoft.com/office/drawing/2014/main" id="{12B89D1D-8F9E-48DE-B231-5DDE8D36E103}"/>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a:xfrm>
            <a:off x="2152832" y="5009312"/>
            <a:ext cx="2566800" cy="1385056"/>
          </a:xfrm>
          <a:prstGeom prst="rect">
            <a:avLst/>
          </a:prstGeom>
        </p:spPr>
      </p:pic>
      <p:pic>
        <p:nvPicPr>
          <p:cNvPr id="153" name="Graphic 152">
            <a:extLst>
              <a:ext uri="{FF2B5EF4-FFF2-40B4-BE49-F238E27FC236}">
                <a16:creationId xmlns:a16="http://schemas.microsoft.com/office/drawing/2014/main" id="{4158ADA4-93AF-432F-98CD-D9F668C98B75}"/>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a:xfrm>
            <a:off x="2148738" y="3555065"/>
            <a:ext cx="2566800" cy="1385056"/>
          </a:xfrm>
          <a:prstGeom prst="rect">
            <a:avLst/>
          </a:prstGeom>
        </p:spPr>
      </p:pic>
      <p:pic>
        <p:nvPicPr>
          <p:cNvPr id="99" name="Picture 98" descr="A close up of a logo&#10;&#10;Description generated with very high confidence">
            <a:extLst>
              <a:ext uri="{FF2B5EF4-FFF2-40B4-BE49-F238E27FC236}">
                <a16:creationId xmlns:a16="http://schemas.microsoft.com/office/drawing/2014/main" id="{032C3018-06F9-4DE4-BFE6-0E9FCBBDABEE}"/>
              </a:ext>
            </a:extLst>
          </p:cNvPr>
          <p:cNvPicPr preferRelativeResize="0">
            <a:picLocks/>
          </p:cNvPicPr>
          <p:nvPr userDrawn="1"/>
        </p:nvPicPr>
        <p:blipFill>
          <a:blip r:embed="rId20"/>
          <a:stretch>
            <a:fillRect/>
          </a:stretch>
        </p:blipFill>
        <p:spPr>
          <a:xfrm>
            <a:off x="3640875" y="3107912"/>
            <a:ext cx="1416113" cy="1397770"/>
          </a:xfrm>
          <a:prstGeom prst="rect">
            <a:avLst/>
          </a:prstGeom>
        </p:spPr>
      </p:pic>
      <p:sp>
        <p:nvSpPr>
          <p:cNvPr id="100" name="Picture Placeholder 73">
            <a:extLst>
              <a:ext uri="{FF2B5EF4-FFF2-40B4-BE49-F238E27FC236}">
                <a16:creationId xmlns:a16="http://schemas.microsoft.com/office/drawing/2014/main" id="{A87F9CD2-C878-4F63-863E-C34F056E00C4}"/>
              </a:ext>
            </a:extLst>
          </p:cNvPr>
          <p:cNvSpPr>
            <a:spLocks noGrp="1"/>
          </p:cNvSpPr>
          <p:nvPr>
            <p:ph type="pic" sz="quarter" idx="22"/>
          </p:nvPr>
        </p:nvSpPr>
        <p:spPr>
          <a:xfrm>
            <a:off x="3631876" y="3090813"/>
            <a:ext cx="813600" cy="813600"/>
          </a:xfrm>
          <a:prstGeom prst="ellipse">
            <a:avLst/>
          </a:prstGeom>
          <a:solidFill>
            <a:schemeClr val="tx1"/>
          </a:solidFill>
        </p:spPr>
        <p:txBody>
          <a:bodyPr anchor="ctr" anchorCtr="0">
            <a:normAutofit/>
          </a:bodyPr>
          <a:lstStyle>
            <a:lvl1pPr marL="0" indent="0" algn="ctr">
              <a:buNone/>
              <a:defRPr sz="900">
                <a:solidFill>
                  <a:schemeClr val="bg1"/>
                </a:solidFill>
              </a:defRPr>
            </a:lvl1pPr>
          </a:lstStyle>
          <a:p>
            <a:r>
              <a:rPr lang="en-US" dirty="0"/>
              <a:t>Click icon to add picture</a:t>
            </a:r>
            <a:endParaRPr lang="ru-RU" dirty="0"/>
          </a:p>
        </p:txBody>
      </p:sp>
      <p:pic>
        <p:nvPicPr>
          <p:cNvPr id="103" name="Picture 102" descr="A close up of a logo&#10;&#10;Description generated with very high confidence">
            <a:extLst>
              <a:ext uri="{FF2B5EF4-FFF2-40B4-BE49-F238E27FC236}">
                <a16:creationId xmlns:a16="http://schemas.microsoft.com/office/drawing/2014/main" id="{4AFB5FB4-1CBF-4F80-A9F9-873851BF8A1B}"/>
              </a:ext>
            </a:extLst>
          </p:cNvPr>
          <p:cNvPicPr preferRelativeResize="0">
            <a:picLocks/>
          </p:cNvPicPr>
          <p:nvPr userDrawn="1"/>
        </p:nvPicPr>
        <p:blipFill>
          <a:blip r:embed="rId20"/>
          <a:stretch>
            <a:fillRect/>
          </a:stretch>
        </p:blipFill>
        <p:spPr>
          <a:xfrm>
            <a:off x="3649091" y="4547626"/>
            <a:ext cx="1416113" cy="1397770"/>
          </a:xfrm>
          <a:prstGeom prst="rect">
            <a:avLst/>
          </a:prstGeom>
        </p:spPr>
      </p:pic>
      <p:sp>
        <p:nvSpPr>
          <p:cNvPr id="104" name="Picture Placeholder 73">
            <a:extLst>
              <a:ext uri="{FF2B5EF4-FFF2-40B4-BE49-F238E27FC236}">
                <a16:creationId xmlns:a16="http://schemas.microsoft.com/office/drawing/2014/main" id="{9F0D59E8-AB95-48A3-A6C7-D58CFAD149A4}"/>
              </a:ext>
            </a:extLst>
          </p:cNvPr>
          <p:cNvSpPr>
            <a:spLocks noGrp="1"/>
          </p:cNvSpPr>
          <p:nvPr>
            <p:ph type="pic" sz="quarter" idx="24"/>
          </p:nvPr>
        </p:nvSpPr>
        <p:spPr>
          <a:xfrm>
            <a:off x="3631876" y="4530527"/>
            <a:ext cx="813600" cy="813600"/>
          </a:xfrm>
          <a:prstGeom prst="ellipse">
            <a:avLst/>
          </a:prstGeom>
          <a:solidFill>
            <a:schemeClr val="tx1"/>
          </a:solidFill>
        </p:spPr>
        <p:txBody>
          <a:bodyPr anchor="ctr" anchorCtr="0">
            <a:normAutofit/>
          </a:bodyPr>
          <a:lstStyle>
            <a:lvl1pPr marL="0" indent="0" algn="ctr">
              <a:buNone/>
              <a:defRPr sz="900">
                <a:solidFill>
                  <a:schemeClr val="bg1"/>
                </a:solidFill>
              </a:defRPr>
            </a:lvl1pPr>
          </a:lstStyle>
          <a:p>
            <a:r>
              <a:rPr lang="en-US" dirty="0"/>
              <a:t>Click icon to add picture</a:t>
            </a:r>
            <a:endParaRPr lang="ru-RU" dirty="0"/>
          </a:p>
        </p:txBody>
      </p:sp>
      <p:pic>
        <p:nvPicPr>
          <p:cNvPr id="181" name="Graphic 180">
            <a:extLst>
              <a:ext uri="{FF2B5EF4-FFF2-40B4-BE49-F238E27FC236}">
                <a16:creationId xmlns:a16="http://schemas.microsoft.com/office/drawing/2014/main" id="{9E752783-DDE2-44F7-B86A-1EF50472DCD7}"/>
              </a:ext>
            </a:extLst>
          </p:cNvPr>
          <p:cNvPicPr preferRelativeResize="0">
            <a:picLocks/>
          </p:cNvPicPr>
          <p:nvPr userDrawn="1"/>
        </p:nvPicPr>
        <p:blipFill>
          <a:blip r:embed="rId43">
            <a:extLst>
              <a:ext uri="{96DAC541-7B7A-43D3-8B79-37D633B846F1}">
                <asvg:svgBlip xmlns:asvg="http://schemas.microsoft.com/office/drawing/2016/SVG/main" r:embed="rId44"/>
              </a:ext>
            </a:extLst>
          </a:blip>
          <a:stretch>
            <a:fillRect/>
          </a:stretch>
        </p:blipFill>
        <p:spPr>
          <a:xfrm>
            <a:off x="4579416" y="6317529"/>
            <a:ext cx="594000" cy="144000"/>
          </a:xfrm>
          <a:prstGeom prst="rect">
            <a:avLst/>
          </a:prstGeom>
        </p:spPr>
      </p:pic>
      <p:pic>
        <p:nvPicPr>
          <p:cNvPr id="107" name="Picture 106" descr="A close up of a logo&#10;&#10;Description generated with very high confidence">
            <a:extLst>
              <a:ext uri="{FF2B5EF4-FFF2-40B4-BE49-F238E27FC236}">
                <a16:creationId xmlns:a16="http://schemas.microsoft.com/office/drawing/2014/main" id="{BEA68911-A091-421B-BD18-C7DE7DD3074D}"/>
              </a:ext>
            </a:extLst>
          </p:cNvPr>
          <p:cNvPicPr preferRelativeResize="0">
            <a:picLocks/>
          </p:cNvPicPr>
          <p:nvPr userDrawn="1"/>
        </p:nvPicPr>
        <p:blipFill>
          <a:blip r:embed="rId20"/>
          <a:stretch>
            <a:fillRect/>
          </a:stretch>
        </p:blipFill>
        <p:spPr>
          <a:xfrm>
            <a:off x="3654756" y="5996858"/>
            <a:ext cx="1416113" cy="1397770"/>
          </a:xfrm>
          <a:prstGeom prst="rect">
            <a:avLst/>
          </a:prstGeom>
        </p:spPr>
      </p:pic>
      <p:sp>
        <p:nvSpPr>
          <p:cNvPr id="108" name="Picture Placeholder 73">
            <a:extLst>
              <a:ext uri="{FF2B5EF4-FFF2-40B4-BE49-F238E27FC236}">
                <a16:creationId xmlns:a16="http://schemas.microsoft.com/office/drawing/2014/main" id="{FFA6074B-E2C1-4676-BABB-F9A4E168F48B}"/>
              </a:ext>
            </a:extLst>
          </p:cNvPr>
          <p:cNvSpPr>
            <a:spLocks noGrp="1"/>
          </p:cNvSpPr>
          <p:nvPr>
            <p:ph type="pic" sz="quarter" idx="26"/>
          </p:nvPr>
        </p:nvSpPr>
        <p:spPr>
          <a:xfrm>
            <a:off x="3631876" y="5979759"/>
            <a:ext cx="813600" cy="813600"/>
          </a:xfrm>
          <a:prstGeom prst="ellipse">
            <a:avLst/>
          </a:prstGeom>
          <a:solidFill>
            <a:schemeClr val="tx1"/>
          </a:solidFill>
        </p:spPr>
        <p:txBody>
          <a:bodyPr anchor="ctr" anchorCtr="0">
            <a:normAutofit/>
          </a:bodyPr>
          <a:lstStyle>
            <a:lvl1pPr marL="0" indent="0" algn="ctr">
              <a:buNone/>
              <a:defRPr sz="900">
                <a:solidFill>
                  <a:schemeClr val="bg1"/>
                </a:solidFill>
              </a:defRPr>
            </a:lvl1pPr>
          </a:lstStyle>
          <a:p>
            <a:r>
              <a:rPr lang="en-US" dirty="0"/>
              <a:t>Click icon to add picture</a:t>
            </a:r>
            <a:endParaRPr lang="ru-RU" dirty="0"/>
          </a:p>
        </p:txBody>
      </p:sp>
      <p:pic>
        <p:nvPicPr>
          <p:cNvPr id="182" name="Graphic 181">
            <a:extLst>
              <a:ext uri="{FF2B5EF4-FFF2-40B4-BE49-F238E27FC236}">
                <a16:creationId xmlns:a16="http://schemas.microsoft.com/office/drawing/2014/main" id="{527C0226-D714-4BF7-911E-5D62B88B7447}"/>
              </a:ext>
            </a:extLst>
          </p:cNvPr>
          <p:cNvPicPr preferRelativeResize="0">
            <a:picLocks/>
          </p:cNvPicPr>
          <p:nvPr userDrawn="1"/>
        </p:nvPicPr>
        <p:blipFill>
          <a:blip r:embed="rId45">
            <a:extLst>
              <a:ext uri="{96DAC541-7B7A-43D3-8B79-37D633B846F1}">
                <asvg:svgBlip xmlns:asvg="http://schemas.microsoft.com/office/drawing/2016/SVG/main" r:embed="rId46"/>
              </a:ext>
            </a:extLst>
          </a:blip>
          <a:stretch>
            <a:fillRect/>
          </a:stretch>
        </p:blipFill>
        <p:spPr>
          <a:xfrm>
            <a:off x="4579416" y="7765280"/>
            <a:ext cx="594000" cy="144000"/>
          </a:xfrm>
          <a:prstGeom prst="rect">
            <a:avLst/>
          </a:prstGeom>
        </p:spPr>
      </p:pic>
      <p:pic>
        <p:nvPicPr>
          <p:cNvPr id="111" name="Picture 110" descr="A close up of a logo&#10;&#10;Description generated with very high confidence">
            <a:extLst>
              <a:ext uri="{FF2B5EF4-FFF2-40B4-BE49-F238E27FC236}">
                <a16:creationId xmlns:a16="http://schemas.microsoft.com/office/drawing/2014/main" id="{2BBFF7AD-7F35-4F2A-9989-3561F0CE6A7A}"/>
              </a:ext>
            </a:extLst>
          </p:cNvPr>
          <p:cNvPicPr preferRelativeResize="0">
            <a:picLocks/>
          </p:cNvPicPr>
          <p:nvPr userDrawn="1"/>
        </p:nvPicPr>
        <p:blipFill>
          <a:blip r:embed="rId20"/>
          <a:stretch>
            <a:fillRect/>
          </a:stretch>
        </p:blipFill>
        <p:spPr>
          <a:xfrm>
            <a:off x="3657307" y="7446090"/>
            <a:ext cx="1416113" cy="1397770"/>
          </a:xfrm>
          <a:prstGeom prst="rect">
            <a:avLst/>
          </a:prstGeom>
        </p:spPr>
      </p:pic>
      <p:sp>
        <p:nvSpPr>
          <p:cNvPr id="112" name="Picture Placeholder 73">
            <a:extLst>
              <a:ext uri="{FF2B5EF4-FFF2-40B4-BE49-F238E27FC236}">
                <a16:creationId xmlns:a16="http://schemas.microsoft.com/office/drawing/2014/main" id="{B6C2A255-BD7D-48FE-9AC9-EA2DBD4B9400}"/>
              </a:ext>
            </a:extLst>
          </p:cNvPr>
          <p:cNvSpPr>
            <a:spLocks noGrp="1"/>
          </p:cNvSpPr>
          <p:nvPr>
            <p:ph type="pic" sz="quarter" idx="28"/>
          </p:nvPr>
        </p:nvSpPr>
        <p:spPr>
          <a:xfrm>
            <a:off x="3631876" y="7428991"/>
            <a:ext cx="813600" cy="813600"/>
          </a:xfrm>
          <a:prstGeom prst="ellipse">
            <a:avLst/>
          </a:prstGeom>
          <a:solidFill>
            <a:schemeClr val="tx1"/>
          </a:solidFill>
        </p:spPr>
        <p:txBody>
          <a:bodyPr anchor="ctr" anchorCtr="0">
            <a:normAutofit/>
          </a:bodyPr>
          <a:lstStyle>
            <a:lvl1pPr marL="0" indent="0" algn="ctr">
              <a:buNone/>
              <a:defRPr sz="900">
                <a:solidFill>
                  <a:schemeClr val="bg1"/>
                </a:solidFill>
              </a:defRPr>
            </a:lvl1pPr>
          </a:lstStyle>
          <a:p>
            <a:r>
              <a:rPr lang="en-US" dirty="0"/>
              <a:t>Click icon to add picture</a:t>
            </a:r>
            <a:endParaRPr lang="ru-RU" dirty="0"/>
          </a:p>
        </p:txBody>
      </p:sp>
      <p:pic>
        <p:nvPicPr>
          <p:cNvPr id="183" name="Graphic 182">
            <a:extLst>
              <a:ext uri="{FF2B5EF4-FFF2-40B4-BE49-F238E27FC236}">
                <a16:creationId xmlns:a16="http://schemas.microsoft.com/office/drawing/2014/main" id="{4B2E0E94-8E68-4B4C-8A38-B19A52D69894}"/>
              </a:ext>
            </a:extLst>
          </p:cNvPr>
          <p:cNvPicPr preferRelativeResize="0">
            <a:picLocks/>
          </p:cNvPicPr>
          <p:nvPr userDrawn="1"/>
        </p:nvPicPr>
        <p:blipFill>
          <a:blip r:embed="rId47">
            <a:extLst>
              <a:ext uri="{96DAC541-7B7A-43D3-8B79-37D633B846F1}">
                <asvg:svgBlip xmlns:asvg="http://schemas.microsoft.com/office/drawing/2016/SVG/main" r:embed="rId48"/>
              </a:ext>
            </a:extLst>
          </a:blip>
          <a:stretch>
            <a:fillRect/>
          </a:stretch>
        </p:blipFill>
        <p:spPr>
          <a:xfrm>
            <a:off x="3425663" y="7822766"/>
            <a:ext cx="1296000" cy="1308706"/>
          </a:xfrm>
          <a:prstGeom prst="rect">
            <a:avLst/>
          </a:prstGeom>
        </p:spPr>
      </p:pic>
      <p:pic>
        <p:nvPicPr>
          <p:cNvPr id="159" name="Graphic 158">
            <a:extLst>
              <a:ext uri="{FF2B5EF4-FFF2-40B4-BE49-F238E27FC236}">
                <a16:creationId xmlns:a16="http://schemas.microsoft.com/office/drawing/2014/main" id="{A5488CC7-053D-4AC5-AE92-5E975339AA56}"/>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a:xfrm>
            <a:off x="2153339" y="6443645"/>
            <a:ext cx="2566800" cy="1385056"/>
          </a:xfrm>
          <a:prstGeom prst="rect">
            <a:avLst/>
          </a:prstGeom>
        </p:spPr>
      </p:pic>
      <p:pic>
        <p:nvPicPr>
          <p:cNvPr id="184" name="Graphic 183">
            <a:extLst>
              <a:ext uri="{FF2B5EF4-FFF2-40B4-BE49-F238E27FC236}">
                <a16:creationId xmlns:a16="http://schemas.microsoft.com/office/drawing/2014/main" id="{46B3D8DB-F765-46B6-82B1-506B5A369130}"/>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a:xfrm>
            <a:off x="2145600" y="2140857"/>
            <a:ext cx="2566800" cy="1385056"/>
          </a:xfrm>
          <a:prstGeom prst="rect">
            <a:avLst/>
          </a:prstGeom>
        </p:spPr>
      </p:pic>
      <p:pic>
        <p:nvPicPr>
          <p:cNvPr id="92" name="Picture 91" descr="A close up of a logo&#10;&#10;Description generated with very high confidence">
            <a:extLst>
              <a:ext uri="{FF2B5EF4-FFF2-40B4-BE49-F238E27FC236}">
                <a16:creationId xmlns:a16="http://schemas.microsoft.com/office/drawing/2014/main" id="{F144D1E4-253E-4973-990D-A790780C28F3}"/>
              </a:ext>
            </a:extLst>
          </p:cNvPr>
          <p:cNvPicPr preferRelativeResize="0">
            <a:picLocks/>
          </p:cNvPicPr>
          <p:nvPr userDrawn="1"/>
        </p:nvPicPr>
        <p:blipFill>
          <a:blip r:embed="rId20"/>
          <a:stretch>
            <a:fillRect/>
          </a:stretch>
        </p:blipFill>
        <p:spPr>
          <a:xfrm>
            <a:off x="3622878" y="1657315"/>
            <a:ext cx="1416113" cy="1397770"/>
          </a:xfrm>
          <a:prstGeom prst="rect">
            <a:avLst/>
          </a:prstGeom>
        </p:spPr>
      </p:pic>
      <p:sp>
        <p:nvSpPr>
          <p:cNvPr id="75" name="Picture Placeholder 73">
            <a:extLst>
              <a:ext uri="{FF2B5EF4-FFF2-40B4-BE49-F238E27FC236}">
                <a16:creationId xmlns:a16="http://schemas.microsoft.com/office/drawing/2014/main" id="{79E08CEB-DD89-4B29-8641-C4EE0A4853B3}"/>
              </a:ext>
            </a:extLst>
          </p:cNvPr>
          <p:cNvSpPr>
            <a:spLocks noGrp="1"/>
          </p:cNvSpPr>
          <p:nvPr userDrawn="1">
            <p:ph type="pic" sz="quarter" idx="11"/>
          </p:nvPr>
        </p:nvSpPr>
        <p:spPr>
          <a:xfrm>
            <a:off x="3631876" y="1640216"/>
            <a:ext cx="813600" cy="813600"/>
          </a:xfrm>
          <a:prstGeom prst="ellipse">
            <a:avLst/>
          </a:prstGeom>
          <a:solidFill>
            <a:schemeClr val="tx1"/>
          </a:solidFill>
        </p:spPr>
        <p:txBody>
          <a:bodyPr anchor="ctr" anchorCtr="0">
            <a:normAutofit/>
          </a:bodyPr>
          <a:lstStyle>
            <a:lvl1pPr marL="0" indent="0" algn="ctr">
              <a:buNone/>
              <a:defRPr sz="900">
                <a:solidFill>
                  <a:schemeClr val="bg1"/>
                </a:solidFill>
              </a:defRPr>
            </a:lvl1pPr>
          </a:lstStyle>
          <a:p>
            <a:r>
              <a:rPr lang="en-US" dirty="0"/>
              <a:t>Click icon to add picture</a:t>
            </a:r>
            <a:endParaRPr lang="ru-RU" dirty="0"/>
          </a:p>
        </p:txBody>
      </p:sp>
    </p:spTree>
    <p:extLst>
      <p:ext uri="{BB962C8B-B14F-4D97-AF65-F5344CB8AC3E}">
        <p14:creationId xmlns:p14="http://schemas.microsoft.com/office/powerpoint/2010/main" val="4160577128"/>
      </p:ext>
    </p:extLst>
  </p:cSld>
  <p:clrMapOvr>
    <a:masterClrMapping/>
  </p:clrMapOvr>
  <p:extLst>
    <p:ext uri="{DCECCB84-F9BA-43D5-87BE-67443E8EF086}">
      <p15:sldGuideLst xmlns:p15="http://schemas.microsoft.com/office/powerpoint/2012/main">
        <p15:guide id="1" orient="horz" pos="158" userDrawn="1">
          <p15:clr>
            <a:srgbClr val="FBAE40"/>
          </p15:clr>
        </p15:guide>
        <p15:guide id="2" pos="2160" userDrawn="1">
          <p15:clr>
            <a:srgbClr val="FBAE40"/>
          </p15:clr>
        </p15:guide>
        <p15:guide id="3" pos="164" userDrawn="1">
          <p15:clr>
            <a:srgbClr val="FBAE40"/>
          </p15:clr>
        </p15:guide>
        <p15:guide id="4" pos="4156" userDrawn="1">
          <p15:clr>
            <a:srgbClr val="FBAE40"/>
          </p15:clr>
        </p15:guide>
        <p15:guide id="12" orient="horz" pos="5602"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noProof="0" dirty="0"/>
              <a:t>MM.DD.20XX</a:t>
            </a:r>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noProof="0" dirty="0"/>
              <a:t>ADD A FOOTER</a:t>
            </a:r>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C075BE66-B004-4B62-93B5-6C3A07EE5DEC}" type="slidenum">
              <a:rPr lang="en-US" noProof="0" smtClean="0"/>
              <a:t>‹#›</a:t>
            </a:fld>
            <a:endParaRPr lang="en-US" noProof="0" dirty="0"/>
          </a:p>
        </p:txBody>
      </p:sp>
    </p:spTree>
    <p:extLst>
      <p:ext uri="{BB962C8B-B14F-4D97-AF65-F5344CB8AC3E}">
        <p14:creationId xmlns:p14="http://schemas.microsoft.com/office/powerpoint/2010/main" val="2127442875"/>
      </p:ext>
    </p:extLst>
  </p:cSld>
  <p:clrMap bg1="lt1" tx1="dk1" bg2="lt2" tx2="dk2" accent1="accent1" accent2="accent2" accent3="accent3" accent4="accent4" accent5="accent5" accent6="accent6" hlink="hlink" folHlink="folHlink"/>
  <p:sldLayoutIdLst>
    <p:sldLayoutId id="2147483661" r:id="rId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3.svg"/><Relationship Id="rId13" Type="http://schemas.openxmlformats.org/officeDocument/2006/relationships/image" Target="../media/image58.png"/><Relationship Id="rId18" Type="http://schemas.openxmlformats.org/officeDocument/2006/relationships/image" Target="../media/image63.svg"/><Relationship Id="rId3" Type="http://schemas.openxmlformats.org/officeDocument/2006/relationships/image" Target="../media/image48.png"/><Relationship Id="rId21" Type="http://schemas.openxmlformats.org/officeDocument/2006/relationships/image" Target="../media/image66.png"/><Relationship Id="rId7" Type="http://schemas.openxmlformats.org/officeDocument/2006/relationships/image" Target="../media/image52.png"/><Relationship Id="rId12" Type="http://schemas.openxmlformats.org/officeDocument/2006/relationships/image" Target="../media/image57.svg"/><Relationship Id="rId17" Type="http://schemas.openxmlformats.org/officeDocument/2006/relationships/image" Target="../media/image62.png"/><Relationship Id="rId2" Type="http://schemas.openxmlformats.org/officeDocument/2006/relationships/notesSlide" Target="../notesSlides/notesSlide1.xml"/><Relationship Id="rId16" Type="http://schemas.openxmlformats.org/officeDocument/2006/relationships/image" Target="../media/image61.svg"/><Relationship Id="rId20" Type="http://schemas.openxmlformats.org/officeDocument/2006/relationships/image" Target="../media/image65.svg"/><Relationship Id="rId1" Type="http://schemas.openxmlformats.org/officeDocument/2006/relationships/slideLayout" Target="../slideLayouts/slideLayout1.xml"/><Relationship Id="rId6" Type="http://schemas.openxmlformats.org/officeDocument/2006/relationships/image" Target="../media/image51.svg"/><Relationship Id="rId11" Type="http://schemas.openxmlformats.org/officeDocument/2006/relationships/image" Target="../media/image56.png"/><Relationship Id="rId5" Type="http://schemas.openxmlformats.org/officeDocument/2006/relationships/image" Target="../media/image50.png"/><Relationship Id="rId15" Type="http://schemas.openxmlformats.org/officeDocument/2006/relationships/image" Target="../media/image60.png"/><Relationship Id="rId10" Type="http://schemas.openxmlformats.org/officeDocument/2006/relationships/image" Target="../media/image55.svg"/><Relationship Id="rId19" Type="http://schemas.openxmlformats.org/officeDocument/2006/relationships/image" Target="../media/image64.png"/><Relationship Id="rId4" Type="http://schemas.openxmlformats.org/officeDocument/2006/relationships/image" Target="../media/image49.svg"/><Relationship Id="rId9" Type="http://schemas.openxmlformats.org/officeDocument/2006/relationships/image" Target="../media/image54.png"/><Relationship Id="rId14" Type="http://schemas.openxmlformats.org/officeDocument/2006/relationships/image" Target="../media/image59.svg"/><Relationship Id="rId22" Type="http://schemas.openxmlformats.org/officeDocument/2006/relationships/image" Target="../media/image6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C803EFAB-E587-4BF1-B44C-A7424E4C872C}"/>
              </a:ext>
            </a:extLst>
          </p:cNvPr>
          <p:cNvSpPr>
            <a:spLocks noGrp="1"/>
          </p:cNvSpPr>
          <p:nvPr>
            <p:ph type="title"/>
          </p:nvPr>
        </p:nvSpPr>
        <p:spPr/>
        <p:txBody>
          <a:bodyPr/>
          <a:lstStyle/>
          <a:p>
            <a:r>
              <a:rPr lang="en-US" dirty="0"/>
              <a:t>CORONA</a:t>
            </a:r>
            <a:br>
              <a:rPr lang="en-US" dirty="0"/>
            </a:br>
            <a:r>
              <a:rPr lang="en-US" dirty="0"/>
              <a:t>VIRUS</a:t>
            </a:r>
            <a:endParaRPr lang="ru-RU" dirty="0"/>
          </a:p>
        </p:txBody>
      </p:sp>
      <p:pic>
        <p:nvPicPr>
          <p:cNvPr id="55" name="Picture Placeholder 54" descr="Earth globe Africa and Europe">
            <a:extLst>
              <a:ext uri="{FF2B5EF4-FFF2-40B4-BE49-F238E27FC236}">
                <a16:creationId xmlns:a16="http://schemas.microsoft.com/office/drawing/2014/main" id="{37A3FB08-CD7E-4D12-B6D5-0474F2D2CF96}"/>
              </a:ext>
            </a:extLst>
          </p:cNvPr>
          <p:cNvPicPr>
            <a:picLocks noGrp="1" noChangeAspect="1"/>
          </p:cNvPicPr>
          <p:nvPr>
            <p:ph type="pic" sz="quarter" idx="20"/>
          </p:nvPr>
        </p:nvPicPr>
        <p:blipFill>
          <a:blip r:embed="rId3">
            <a:extLst>
              <a:ext uri="{96DAC541-7B7A-43D3-8B79-37D633B846F1}">
                <asvg:svgBlip xmlns:asvg="http://schemas.microsoft.com/office/drawing/2016/SVG/main" r:embed="rId4"/>
              </a:ext>
            </a:extLst>
          </a:blip>
          <a:srcRect/>
          <a:stretch/>
        </p:blipFill>
        <p:spPr>
          <a:xfrm>
            <a:off x="2425631" y="918966"/>
            <a:ext cx="813600" cy="813600"/>
          </a:xfrm>
        </p:spPr>
      </p:pic>
      <p:sp>
        <p:nvSpPr>
          <p:cNvPr id="34" name="Text Placeholder 33">
            <a:extLst>
              <a:ext uri="{FF2B5EF4-FFF2-40B4-BE49-F238E27FC236}">
                <a16:creationId xmlns:a16="http://schemas.microsoft.com/office/drawing/2014/main" id="{23CCB585-5A15-4E7C-96B6-C0057D449F2E}"/>
              </a:ext>
            </a:extLst>
          </p:cNvPr>
          <p:cNvSpPr>
            <a:spLocks noGrp="1"/>
          </p:cNvSpPr>
          <p:nvPr>
            <p:ph type="body" sz="quarter" idx="40"/>
          </p:nvPr>
        </p:nvSpPr>
        <p:spPr>
          <a:xfrm>
            <a:off x="0" y="918966"/>
            <a:ext cx="1691703" cy="1198315"/>
          </a:xfrm>
        </p:spPr>
        <p:txBody>
          <a:bodyPr/>
          <a:lstStyle/>
          <a:p>
            <a:r>
              <a:rPr lang="de-DE" sz="950" dirty="0"/>
              <a:t>Die weltweite Infektionsrate (08/04/2020) beträgt </a:t>
            </a:r>
            <a:r>
              <a:rPr lang="de-DE" sz="950" b="1" dirty="0"/>
              <a:t>1.446.557</a:t>
            </a:r>
            <a:r>
              <a:rPr lang="de-DE" sz="950" dirty="0"/>
              <a:t>. An erster stelle stehen die vereinigten Staaten mit </a:t>
            </a:r>
            <a:r>
              <a:rPr lang="de-DE" sz="950" b="1" dirty="0"/>
              <a:t>399.929</a:t>
            </a:r>
            <a:r>
              <a:rPr lang="de-DE" sz="950" dirty="0"/>
              <a:t> bekannten Fällen.  </a:t>
            </a:r>
            <a:endParaRPr lang="ru-RU" sz="950" dirty="0"/>
          </a:p>
        </p:txBody>
      </p:sp>
      <p:pic>
        <p:nvPicPr>
          <p:cNvPr id="95" name="Picture Placeholder 94" descr="Sign Language">
            <a:extLst>
              <a:ext uri="{FF2B5EF4-FFF2-40B4-BE49-F238E27FC236}">
                <a16:creationId xmlns:a16="http://schemas.microsoft.com/office/drawing/2014/main" id="{E5480516-45F9-4EB0-944F-75CCED408117}"/>
              </a:ext>
            </a:extLst>
          </p:cNvPr>
          <p:cNvPicPr>
            <a:picLocks noGrp="1" noChangeAspect="1"/>
          </p:cNvPicPr>
          <p:nvPr>
            <p:ph type="pic" sz="quarter" idx="11"/>
          </p:nvPr>
        </p:nvPicPr>
        <p:blipFill>
          <a:blip r:embed="rId5">
            <a:extLst>
              <a:ext uri="{96DAC541-7B7A-43D3-8B79-37D633B846F1}">
                <asvg:svgBlip xmlns:asvg="http://schemas.microsoft.com/office/drawing/2016/SVG/main" r:embed="rId6"/>
              </a:ext>
            </a:extLst>
          </a:blip>
          <a:srcRect/>
          <a:stretch/>
        </p:blipFill>
        <p:spPr>
          <a:xfrm>
            <a:off x="3682861" y="7432557"/>
            <a:ext cx="813600" cy="813600"/>
          </a:xfrm>
        </p:spPr>
      </p:pic>
      <p:sp>
        <p:nvSpPr>
          <p:cNvPr id="24" name="Text Placeholder 23">
            <a:extLst>
              <a:ext uri="{FF2B5EF4-FFF2-40B4-BE49-F238E27FC236}">
                <a16:creationId xmlns:a16="http://schemas.microsoft.com/office/drawing/2014/main" id="{15606479-9866-4A9F-8795-33225594A992}"/>
              </a:ext>
            </a:extLst>
          </p:cNvPr>
          <p:cNvSpPr>
            <a:spLocks noGrp="1"/>
          </p:cNvSpPr>
          <p:nvPr>
            <p:ph type="body" sz="quarter" idx="30"/>
          </p:nvPr>
        </p:nvSpPr>
        <p:spPr>
          <a:xfrm>
            <a:off x="5170250" y="1638615"/>
            <a:ext cx="1633502" cy="1092629"/>
          </a:xfrm>
        </p:spPr>
        <p:txBody>
          <a:bodyPr/>
          <a:lstStyle/>
          <a:p>
            <a:r>
              <a:rPr lang="de-DE" sz="950" dirty="0"/>
              <a:t>Weltweit gibt es </a:t>
            </a:r>
            <a:r>
              <a:rPr lang="de-DE" sz="950" b="1" dirty="0"/>
              <a:t>83.149</a:t>
            </a:r>
            <a:r>
              <a:rPr lang="de-DE" sz="950" dirty="0"/>
              <a:t> Tote. An erster Stelle steht </a:t>
            </a:r>
            <a:r>
              <a:rPr lang="de-DE" sz="950" b="1" dirty="0"/>
              <a:t>Italien</a:t>
            </a:r>
            <a:r>
              <a:rPr lang="de-DE" sz="950" dirty="0"/>
              <a:t> mit </a:t>
            </a:r>
            <a:r>
              <a:rPr lang="de-DE" sz="950" b="1" dirty="0"/>
              <a:t>17.127</a:t>
            </a:r>
            <a:r>
              <a:rPr lang="de-DE" sz="950" dirty="0"/>
              <a:t> Toten danach folgt </a:t>
            </a:r>
            <a:r>
              <a:rPr lang="de-DE" sz="950" b="1" dirty="0"/>
              <a:t>Spanien</a:t>
            </a:r>
            <a:r>
              <a:rPr lang="de-DE" sz="950" dirty="0"/>
              <a:t> mit </a:t>
            </a:r>
            <a:r>
              <a:rPr lang="de-DE" sz="950" b="1" dirty="0"/>
              <a:t>14.555, Frankreich</a:t>
            </a:r>
            <a:r>
              <a:rPr lang="de-DE" sz="950" dirty="0"/>
              <a:t> mit </a:t>
            </a:r>
            <a:r>
              <a:rPr lang="de-DE" sz="950" b="1" dirty="0"/>
              <a:t>10.328 </a:t>
            </a:r>
            <a:r>
              <a:rPr lang="de-DE" sz="950" dirty="0"/>
              <a:t>und </a:t>
            </a:r>
            <a:r>
              <a:rPr lang="de-DE" sz="950" b="1" dirty="0"/>
              <a:t>Großbritannien</a:t>
            </a:r>
            <a:r>
              <a:rPr lang="de-DE" sz="950" dirty="0"/>
              <a:t> mit </a:t>
            </a:r>
            <a:r>
              <a:rPr lang="de-DE" sz="950" b="1" dirty="0"/>
              <a:t>6.159 </a:t>
            </a:r>
            <a:endParaRPr lang="ru-RU" sz="950" b="1" dirty="0"/>
          </a:p>
        </p:txBody>
      </p:sp>
      <p:pic>
        <p:nvPicPr>
          <p:cNvPr id="85" name="Picture Placeholder 84" descr="Bats">
            <a:extLst>
              <a:ext uri="{FF2B5EF4-FFF2-40B4-BE49-F238E27FC236}">
                <a16:creationId xmlns:a16="http://schemas.microsoft.com/office/drawing/2014/main" id="{2B9CA395-C630-4D04-8BD8-EF76AEB56222}"/>
              </a:ext>
            </a:extLst>
          </p:cNvPr>
          <p:cNvPicPr>
            <a:picLocks noGrp="1" noChangeAspect="1"/>
          </p:cNvPicPr>
          <p:nvPr>
            <p:ph type="pic" sz="quarter" idx="21"/>
          </p:nvPr>
        </p:nvPicPr>
        <p:blipFill>
          <a:blip r:embed="rId7">
            <a:extLst>
              <a:ext uri="{96DAC541-7B7A-43D3-8B79-37D633B846F1}">
                <asvg:svgBlip xmlns:asvg="http://schemas.microsoft.com/office/drawing/2016/SVG/main" r:embed="rId8"/>
              </a:ext>
            </a:extLst>
          </a:blip>
          <a:srcRect/>
          <a:stretch/>
        </p:blipFill>
        <p:spPr>
          <a:xfrm>
            <a:off x="3682861" y="4472253"/>
            <a:ext cx="813600" cy="813600"/>
          </a:xfrm>
        </p:spPr>
      </p:pic>
      <p:sp>
        <p:nvSpPr>
          <p:cNvPr id="36" name="Text Placeholder 35">
            <a:extLst>
              <a:ext uri="{FF2B5EF4-FFF2-40B4-BE49-F238E27FC236}">
                <a16:creationId xmlns:a16="http://schemas.microsoft.com/office/drawing/2014/main" id="{77DE7F63-93F9-44B6-8B3C-DE039FD2271C}"/>
              </a:ext>
            </a:extLst>
          </p:cNvPr>
          <p:cNvSpPr>
            <a:spLocks noGrp="1"/>
          </p:cNvSpPr>
          <p:nvPr>
            <p:ph type="body" sz="quarter" idx="42"/>
          </p:nvPr>
        </p:nvSpPr>
        <p:spPr>
          <a:xfrm>
            <a:off x="54244" y="2117281"/>
            <a:ext cx="1637458" cy="1966521"/>
          </a:xfrm>
        </p:spPr>
        <p:txBody>
          <a:bodyPr/>
          <a:lstStyle/>
          <a:p>
            <a:r>
              <a:rPr lang="de-DE" sz="950" dirty="0"/>
              <a:t>Die Pandemie in Deutschland existiert seit dem ersten bestätigten fall am 27.01.2020. Seit dem wurden sämtliche </a:t>
            </a:r>
            <a:r>
              <a:rPr lang="de-DE" sz="950" dirty="0" err="1"/>
              <a:t>maßnahmen</a:t>
            </a:r>
            <a:r>
              <a:rPr lang="de-DE" sz="950" dirty="0"/>
              <a:t> ergriffen wie Schulschließungen, Arbeitnehmer wurden in Kurzarbeit geschickt und eine Kontaktsperre wurde eingeführt.  </a:t>
            </a:r>
          </a:p>
        </p:txBody>
      </p:sp>
      <p:pic>
        <p:nvPicPr>
          <p:cNvPr id="89" name="Picture Placeholder 88" descr="Map with pin">
            <a:extLst>
              <a:ext uri="{FF2B5EF4-FFF2-40B4-BE49-F238E27FC236}">
                <a16:creationId xmlns:a16="http://schemas.microsoft.com/office/drawing/2014/main" id="{765E7290-F2FE-45E1-9802-21FC47893724}"/>
              </a:ext>
            </a:extLst>
          </p:cNvPr>
          <p:cNvPicPr>
            <a:picLocks noGrp="1" noChangeAspect="1"/>
          </p:cNvPicPr>
          <p:nvPr>
            <p:ph type="pic" sz="quarter" idx="22"/>
          </p:nvPr>
        </p:nvPicPr>
        <p:blipFill>
          <a:blip r:embed="rId9">
            <a:extLst>
              <a:ext uri="{96DAC541-7B7A-43D3-8B79-37D633B846F1}">
                <asvg:svgBlip xmlns:asvg="http://schemas.microsoft.com/office/drawing/2016/SVG/main" r:embed="rId10"/>
              </a:ext>
            </a:extLst>
          </a:blip>
          <a:srcRect/>
          <a:stretch/>
        </p:blipFill>
        <p:spPr>
          <a:xfrm>
            <a:off x="2479297" y="2395140"/>
            <a:ext cx="813600" cy="813600"/>
          </a:xfrm>
        </p:spPr>
      </p:pic>
      <p:sp>
        <p:nvSpPr>
          <p:cNvPr id="26" name="Text Placeholder 25">
            <a:extLst>
              <a:ext uri="{FF2B5EF4-FFF2-40B4-BE49-F238E27FC236}">
                <a16:creationId xmlns:a16="http://schemas.microsoft.com/office/drawing/2014/main" id="{AC8C46E0-0C8A-4D59-B217-A16B7E30F999}"/>
              </a:ext>
            </a:extLst>
          </p:cNvPr>
          <p:cNvSpPr>
            <a:spLocks noGrp="1"/>
          </p:cNvSpPr>
          <p:nvPr>
            <p:ph type="body" sz="quarter" idx="32"/>
          </p:nvPr>
        </p:nvSpPr>
        <p:spPr>
          <a:xfrm>
            <a:off x="5167082" y="4150351"/>
            <a:ext cx="1633501" cy="1921790"/>
          </a:xfrm>
        </p:spPr>
        <p:txBody>
          <a:bodyPr/>
          <a:lstStyle/>
          <a:p>
            <a:r>
              <a:rPr lang="de-DE" sz="950" dirty="0"/>
              <a:t>Die Pandemie stammt ursprünglich vom Fledermausmarkt aus China. Dort sind Fledermäuse eine Delikatesse, jedoch sind diese häufig Träger von mehreren Viren und Krankheiten, da sie das einzige fliegende Säugetier sind und ihre Körpertemperatur beim fliegen bis zu 2°C ansteigt.</a:t>
            </a:r>
            <a:r>
              <a:rPr lang="de-DE" dirty="0"/>
              <a:t> </a:t>
            </a:r>
            <a:endParaRPr lang="ru-RU" dirty="0"/>
          </a:p>
        </p:txBody>
      </p:sp>
      <p:pic>
        <p:nvPicPr>
          <p:cNvPr id="125" name="Picture Placeholder 124" descr="Skull">
            <a:extLst>
              <a:ext uri="{FF2B5EF4-FFF2-40B4-BE49-F238E27FC236}">
                <a16:creationId xmlns:a16="http://schemas.microsoft.com/office/drawing/2014/main" id="{8532ADC0-72F7-4847-B0C8-C1F323D80D03}"/>
              </a:ext>
            </a:extLst>
          </p:cNvPr>
          <p:cNvPicPr>
            <a:picLocks noGrp="1" noChangeAspect="1"/>
          </p:cNvPicPr>
          <p:nvPr>
            <p:ph type="pic" sz="quarter" idx="23"/>
          </p:nvPr>
        </p:nvPicPr>
        <p:blipFill>
          <a:blip r:embed="rId11">
            <a:extLst>
              <a:ext uri="{96DAC541-7B7A-43D3-8B79-37D633B846F1}">
                <asvg:svgBlip xmlns:asvg="http://schemas.microsoft.com/office/drawing/2016/SVG/main" r:embed="rId12"/>
              </a:ext>
            </a:extLst>
          </a:blip>
          <a:srcRect/>
          <a:stretch/>
        </p:blipFill>
        <p:spPr>
          <a:xfrm>
            <a:off x="3664112" y="1685754"/>
            <a:ext cx="813600" cy="813600"/>
          </a:xfrm>
        </p:spPr>
      </p:pic>
      <p:sp>
        <p:nvSpPr>
          <p:cNvPr id="38" name="Text Placeholder 37">
            <a:extLst>
              <a:ext uri="{FF2B5EF4-FFF2-40B4-BE49-F238E27FC236}">
                <a16:creationId xmlns:a16="http://schemas.microsoft.com/office/drawing/2014/main" id="{7680C2A3-C4E3-40E7-9961-5A026F441EFA}"/>
              </a:ext>
            </a:extLst>
          </p:cNvPr>
          <p:cNvSpPr>
            <a:spLocks noGrp="1"/>
          </p:cNvSpPr>
          <p:nvPr>
            <p:ph type="body" sz="quarter" idx="44"/>
          </p:nvPr>
        </p:nvSpPr>
        <p:spPr>
          <a:xfrm>
            <a:off x="57412" y="3852066"/>
            <a:ext cx="1637458" cy="1534332"/>
          </a:xfrm>
        </p:spPr>
        <p:txBody>
          <a:bodyPr/>
          <a:lstStyle/>
          <a:p>
            <a:r>
              <a:rPr lang="de-DE" sz="950" dirty="0"/>
              <a:t>Der Virus ist eine Lungenkrankheit welche über die schleimheute Mund, Nase und Augen aufgenommen werden kann.   </a:t>
            </a:r>
            <a:endParaRPr lang="ru-RU" sz="950" dirty="0"/>
          </a:p>
        </p:txBody>
      </p:sp>
      <p:pic>
        <p:nvPicPr>
          <p:cNvPr id="135" name="Picture Placeholder 134" descr="Bar graph with downward trend">
            <a:extLst>
              <a:ext uri="{FF2B5EF4-FFF2-40B4-BE49-F238E27FC236}">
                <a16:creationId xmlns:a16="http://schemas.microsoft.com/office/drawing/2014/main" id="{90469E46-8456-4C58-A8AE-7729767DFD2E}"/>
              </a:ext>
            </a:extLst>
          </p:cNvPr>
          <p:cNvPicPr>
            <a:picLocks noGrp="1" noChangeAspect="1"/>
          </p:cNvPicPr>
          <p:nvPr>
            <p:ph type="pic" sz="quarter" idx="24"/>
          </p:nvPr>
        </p:nvPicPr>
        <p:blipFill>
          <a:blip r:embed="rId13">
            <a:extLst>
              <a:ext uri="{96DAC541-7B7A-43D3-8B79-37D633B846F1}">
                <asvg:svgBlip xmlns:asvg="http://schemas.microsoft.com/office/drawing/2016/SVG/main" r:embed="rId14"/>
              </a:ext>
            </a:extLst>
          </a:blip>
          <a:srcRect/>
          <a:stretch/>
        </p:blipFill>
        <p:spPr>
          <a:xfrm>
            <a:off x="3647688" y="3139150"/>
            <a:ext cx="813600" cy="813600"/>
          </a:xfrm>
        </p:spPr>
      </p:pic>
      <p:sp>
        <p:nvSpPr>
          <p:cNvPr id="28" name="Text Placeholder 27">
            <a:extLst>
              <a:ext uri="{FF2B5EF4-FFF2-40B4-BE49-F238E27FC236}">
                <a16:creationId xmlns:a16="http://schemas.microsoft.com/office/drawing/2014/main" id="{6386FE1D-5753-4826-9BC9-B63ACE83BD68}"/>
              </a:ext>
            </a:extLst>
          </p:cNvPr>
          <p:cNvSpPr>
            <a:spLocks noGrp="1"/>
          </p:cNvSpPr>
          <p:nvPr>
            <p:ph type="body" sz="quarter" idx="34"/>
          </p:nvPr>
        </p:nvSpPr>
        <p:spPr>
          <a:xfrm>
            <a:off x="5167082" y="2939161"/>
            <a:ext cx="1633500" cy="1394847"/>
          </a:xfrm>
        </p:spPr>
        <p:txBody>
          <a:bodyPr/>
          <a:lstStyle/>
          <a:p>
            <a:r>
              <a:rPr lang="de-DE" sz="950" dirty="0"/>
              <a:t>Trotz den hohen Infektionsraten gibt es Weltweit </a:t>
            </a:r>
            <a:r>
              <a:rPr lang="de-DE" sz="950" b="1" dirty="0"/>
              <a:t>307.982</a:t>
            </a:r>
            <a:r>
              <a:rPr lang="de-DE" sz="950" dirty="0"/>
              <a:t> geheilte Menschen.                 China: </a:t>
            </a:r>
            <a:r>
              <a:rPr lang="de-DE" sz="950" b="1" dirty="0"/>
              <a:t>77.565                </a:t>
            </a:r>
            <a:r>
              <a:rPr lang="de-DE" sz="950" dirty="0"/>
              <a:t>Spanien: </a:t>
            </a:r>
            <a:r>
              <a:rPr lang="de-DE" sz="950" b="1" dirty="0"/>
              <a:t>48.021    </a:t>
            </a:r>
            <a:r>
              <a:rPr lang="de-DE" sz="950" dirty="0"/>
              <a:t>Deutschland: </a:t>
            </a:r>
            <a:r>
              <a:rPr lang="de-DE" sz="950" b="1" dirty="0"/>
              <a:t>36. 081</a:t>
            </a:r>
            <a:endParaRPr lang="ru-RU" sz="950" b="1" dirty="0"/>
          </a:p>
        </p:txBody>
      </p:sp>
      <p:pic>
        <p:nvPicPr>
          <p:cNvPr id="133" name="Picture Placeholder 132" descr="Lungs">
            <a:extLst>
              <a:ext uri="{FF2B5EF4-FFF2-40B4-BE49-F238E27FC236}">
                <a16:creationId xmlns:a16="http://schemas.microsoft.com/office/drawing/2014/main" id="{DA693DAA-70F5-4DE5-B82E-2209B56F19AE}"/>
              </a:ext>
            </a:extLst>
          </p:cNvPr>
          <p:cNvPicPr>
            <a:picLocks noGrp="1" noChangeAspect="1"/>
          </p:cNvPicPr>
          <p:nvPr>
            <p:ph type="pic" sz="quarter" idx="25"/>
          </p:nvPr>
        </p:nvPicPr>
        <p:blipFill>
          <a:blip r:embed="rId15">
            <a:extLst>
              <a:ext uri="{96DAC541-7B7A-43D3-8B79-37D633B846F1}">
                <asvg:svgBlip xmlns:asvg="http://schemas.microsoft.com/office/drawing/2016/SVG/main" r:embed="rId16"/>
              </a:ext>
            </a:extLst>
          </a:blip>
          <a:srcRect/>
          <a:stretch/>
        </p:blipFill>
        <p:spPr>
          <a:xfrm>
            <a:off x="2479297" y="3852066"/>
            <a:ext cx="813600" cy="813600"/>
          </a:xfrm>
        </p:spPr>
      </p:pic>
      <p:sp>
        <p:nvSpPr>
          <p:cNvPr id="40" name="Text Placeholder 39">
            <a:extLst>
              <a:ext uri="{FF2B5EF4-FFF2-40B4-BE49-F238E27FC236}">
                <a16:creationId xmlns:a16="http://schemas.microsoft.com/office/drawing/2014/main" id="{BD0AFB30-1FB2-418E-B2D2-297AA3CD453D}"/>
              </a:ext>
            </a:extLst>
          </p:cNvPr>
          <p:cNvSpPr>
            <a:spLocks noGrp="1"/>
          </p:cNvSpPr>
          <p:nvPr>
            <p:ph type="body" sz="quarter" idx="46"/>
          </p:nvPr>
        </p:nvSpPr>
        <p:spPr>
          <a:xfrm>
            <a:off x="27122" y="5111246"/>
            <a:ext cx="1637458" cy="1414681"/>
          </a:xfrm>
        </p:spPr>
        <p:txBody>
          <a:bodyPr/>
          <a:lstStyle/>
          <a:p>
            <a:r>
              <a:rPr lang="de-DE" sz="950" dirty="0"/>
              <a:t>Die Ärzte forschen derzeitig an einem Impfstoff, und versuchen die Patienten, welche in Lebensgefahr schweben zu heilen. Jedoch sind die Krankenhäuser und Ärzte überlastet. </a:t>
            </a:r>
            <a:endParaRPr lang="ru-RU" sz="950" dirty="0"/>
          </a:p>
        </p:txBody>
      </p:sp>
      <p:pic>
        <p:nvPicPr>
          <p:cNvPr id="121" name="Picture Placeholder 120" descr="Doctor">
            <a:extLst>
              <a:ext uri="{FF2B5EF4-FFF2-40B4-BE49-F238E27FC236}">
                <a16:creationId xmlns:a16="http://schemas.microsoft.com/office/drawing/2014/main" id="{950B4FEA-3E81-4BA2-902D-6C72B63914FE}"/>
              </a:ext>
            </a:extLst>
          </p:cNvPr>
          <p:cNvPicPr>
            <a:picLocks noGrp="1" noChangeAspect="1"/>
          </p:cNvPicPr>
          <p:nvPr>
            <p:ph type="pic" sz="quarter" idx="26"/>
          </p:nvPr>
        </p:nvPicPr>
        <p:blipFill>
          <a:blip r:embed="rId17">
            <a:extLst>
              <a:ext uri="{96DAC541-7B7A-43D3-8B79-37D633B846F1}">
                <asvg:svgBlip xmlns:asvg="http://schemas.microsoft.com/office/drawing/2016/SVG/main" r:embed="rId18"/>
              </a:ext>
            </a:extLst>
          </a:blip>
          <a:srcRect/>
          <a:stretch/>
        </p:blipFill>
        <p:spPr>
          <a:xfrm>
            <a:off x="2479297" y="5290990"/>
            <a:ext cx="813600" cy="813600"/>
          </a:xfrm>
        </p:spPr>
      </p:pic>
      <p:sp>
        <p:nvSpPr>
          <p:cNvPr id="30" name="Text Placeholder 29">
            <a:extLst>
              <a:ext uri="{FF2B5EF4-FFF2-40B4-BE49-F238E27FC236}">
                <a16:creationId xmlns:a16="http://schemas.microsoft.com/office/drawing/2014/main" id="{8CEC195C-526B-4BFC-8648-6508872A1CD1}"/>
              </a:ext>
            </a:extLst>
          </p:cNvPr>
          <p:cNvSpPr>
            <a:spLocks noGrp="1"/>
          </p:cNvSpPr>
          <p:nvPr>
            <p:ph type="body" sz="quarter" idx="36"/>
          </p:nvPr>
        </p:nvSpPr>
        <p:spPr>
          <a:xfrm>
            <a:off x="5167083" y="6085043"/>
            <a:ext cx="1633499" cy="1394846"/>
          </a:xfrm>
        </p:spPr>
        <p:txBody>
          <a:bodyPr/>
          <a:lstStyle/>
          <a:p>
            <a:r>
              <a:rPr lang="de-DE" sz="950" dirty="0"/>
              <a:t>Viele Menschen betreiben Hamsterkäufe und kaufen Sachen wie Nudeln, Hygieneartikel und Klopapier. In Frankreich wird bevorzugt Wein und Kondome gekauft und in den Niederlanden Marihuana.     </a:t>
            </a:r>
            <a:endParaRPr lang="ru-RU" sz="950" dirty="0"/>
          </a:p>
        </p:txBody>
      </p:sp>
      <p:pic>
        <p:nvPicPr>
          <p:cNvPr id="113" name="Picture Placeholder 112" descr="Shopping cart">
            <a:extLst>
              <a:ext uri="{FF2B5EF4-FFF2-40B4-BE49-F238E27FC236}">
                <a16:creationId xmlns:a16="http://schemas.microsoft.com/office/drawing/2014/main" id="{5DA96FDB-9B4B-466A-ACE5-193A1A8EEE35}"/>
              </a:ext>
            </a:extLst>
          </p:cNvPr>
          <p:cNvPicPr>
            <a:picLocks noGrp="1" noChangeAspect="1"/>
          </p:cNvPicPr>
          <p:nvPr>
            <p:ph type="pic" sz="quarter" idx="27"/>
          </p:nvPr>
        </p:nvPicPr>
        <p:blipFill>
          <a:blip r:embed="rId19">
            <a:extLst>
              <a:ext uri="{96DAC541-7B7A-43D3-8B79-37D633B846F1}">
                <asvg:svgBlip xmlns:asvg="http://schemas.microsoft.com/office/drawing/2016/SVG/main" r:embed="rId20"/>
              </a:ext>
            </a:extLst>
          </a:blip>
          <a:srcRect/>
          <a:stretch/>
        </p:blipFill>
        <p:spPr>
          <a:xfrm>
            <a:off x="3682861" y="6004850"/>
            <a:ext cx="813600" cy="813600"/>
          </a:xfrm>
        </p:spPr>
      </p:pic>
      <p:sp>
        <p:nvSpPr>
          <p:cNvPr id="42" name="Text Placeholder 41">
            <a:extLst>
              <a:ext uri="{FF2B5EF4-FFF2-40B4-BE49-F238E27FC236}">
                <a16:creationId xmlns:a16="http://schemas.microsoft.com/office/drawing/2014/main" id="{E6F0FC76-2379-43FD-ADED-5BE2CCDC59E1}"/>
              </a:ext>
            </a:extLst>
          </p:cNvPr>
          <p:cNvSpPr>
            <a:spLocks noGrp="1"/>
          </p:cNvSpPr>
          <p:nvPr>
            <p:ph type="body" sz="quarter" idx="48"/>
          </p:nvPr>
        </p:nvSpPr>
        <p:spPr>
          <a:xfrm>
            <a:off x="27122" y="6782466"/>
            <a:ext cx="1637458" cy="925963"/>
          </a:xfrm>
        </p:spPr>
        <p:txBody>
          <a:bodyPr/>
          <a:lstStyle/>
          <a:p>
            <a:r>
              <a:rPr lang="de-DE" sz="950" dirty="0"/>
              <a:t>Die höhere Altersgruppe oder Menschen mit Vorerkrankungen sind besonders gefährdet. Sie gehören zur sogenannte ,,Risikogruppe“</a:t>
            </a:r>
            <a:endParaRPr lang="ru-RU" sz="950" dirty="0"/>
          </a:p>
        </p:txBody>
      </p:sp>
      <p:pic>
        <p:nvPicPr>
          <p:cNvPr id="117" name="Picture Placeholder 116" descr="Man with cane">
            <a:extLst>
              <a:ext uri="{FF2B5EF4-FFF2-40B4-BE49-F238E27FC236}">
                <a16:creationId xmlns:a16="http://schemas.microsoft.com/office/drawing/2014/main" id="{4186EB7D-097D-48C1-9516-9BF372F0B804}"/>
              </a:ext>
            </a:extLst>
          </p:cNvPr>
          <p:cNvPicPr>
            <a:picLocks noGrp="1" noChangeAspect="1"/>
          </p:cNvPicPr>
          <p:nvPr>
            <p:ph type="pic" sz="quarter" idx="28"/>
          </p:nvPr>
        </p:nvPicPr>
        <p:blipFill>
          <a:blip r:embed="rId21">
            <a:extLst>
              <a:ext uri="{96DAC541-7B7A-43D3-8B79-37D633B846F1}">
                <asvg:svgBlip xmlns:asvg="http://schemas.microsoft.com/office/drawing/2016/SVG/main" r:embed="rId22"/>
              </a:ext>
            </a:extLst>
          </a:blip>
          <a:srcRect/>
          <a:stretch/>
        </p:blipFill>
        <p:spPr>
          <a:xfrm>
            <a:off x="2479297" y="6747916"/>
            <a:ext cx="813600" cy="813600"/>
          </a:xfrm>
        </p:spPr>
      </p:pic>
      <p:sp>
        <p:nvSpPr>
          <p:cNvPr id="32" name="Text Placeholder 31">
            <a:extLst>
              <a:ext uri="{FF2B5EF4-FFF2-40B4-BE49-F238E27FC236}">
                <a16:creationId xmlns:a16="http://schemas.microsoft.com/office/drawing/2014/main" id="{014ADAF4-D76A-486A-BD20-92251BFE5E00}"/>
              </a:ext>
            </a:extLst>
          </p:cNvPr>
          <p:cNvSpPr>
            <a:spLocks noGrp="1"/>
          </p:cNvSpPr>
          <p:nvPr>
            <p:ph type="body" sz="quarter" idx="38"/>
          </p:nvPr>
        </p:nvSpPr>
        <p:spPr>
          <a:xfrm>
            <a:off x="5167084" y="7491248"/>
            <a:ext cx="1633498" cy="1474520"/>
          </a:xfrm>
        </p:spPr>
        <p:txBody>
          <a:bodyPr/>
          <a:lstStyle/>
          <a:p>
            <a:r>
              <a:rPr lang="de-DE" sz="950" dirty="0"/>
              <a:t>Durch das regelmäßige Händewaschen und sich weniger ins Gesicht fassen wird der Virus vorgebäugt. Außerdem wurde in Deutschland eine Kontaktsperre aufgestellt und man sollte einen Mindestabstand von 1,5 Metern zueinander einhalten.  </a:t>
            </a:r>
            <a:endParaRPr lang="ru-RU" sz="950" dirty="0"/>
          </a:p>
        </p:txBody>
      </p:sp>
      <p:sp>
        <p:nvSpPr>
          <p:cNvPr id="43" name="Text Placeholder 42">
            <a:extLst>
              <a:ext uri="{FF2B5EF4-FFF2-40B4-BE49-F238E27FC236}">
                <a16:creationId xmlns:a16="http://schemas.microsoft.com/office/drawing/2014/main" id="{A19BCCFF-7856-405D-A016-546DEFEC991D}"/>
              </a:ext>
            </a:extLst>
          </p:cNvPr>
          <p:cNvSpPr>
            <a:spLocks noGrp="1"/>
          </p:cNvSpPr>
          <p:nvPr>
            <p:ph type="body" sz="quarter" idx="49"/>
          </p:nvPr>
        </p:nvSpPr>
        <p:spPr>
          <a:xfrm>
            <a:off x="354999" y="7976771"/>
            <a:ext cx="1791516" cy="988997"/>
          </a:xfrm>
        </p:spPr>
        <p:txBody>
          <a:bodyPr/>
          <a:lstStyle/>
          <a:p>
            <a:r>
              <a:rPr lang="en-US" dirty="0"/>
              <a:t>COVID</a:t>
            </a:r>
          </a:p>
          <a:p>
            <a:r>
              <a:rPr lang="en-US" dirty="0"/>
              <a:t>19</a:t>
            </a:r>
          </a:p>
        </p:txBody>
      </p:sp>
    </p:spTree>
    <p:extLst>
      <p:ext uri="{BB962C8B-B14F-4D97-AF65-F5344CB8AC3E}">
        <p14:creationId xmlns:p14="http://schemas.microsoft.com/office/powerpoint/2010/main" val="160244010"/>
      </p:ext>
    </p:extLst>
  </p:cSld>
  <p:clrMapOvr>
    <a:masterClrMapping/>
  </p:clrMapOvr>
</p:sld>
</file>

<file path=ppt/theme/theme1.xml><?xml version="1.0" encoding="utf-8"?>
<a:theme xmlns:a="http://schemas.openxmlformats.org/drawingml/2006/main" name="Office Theme">
  <a:themeElements>
    <a:clrScheme name="Custom 15">
      <a:dk1>
        <a:srgbClr val="FFFFFF"/>
      </a:dk1>
      <a:lt1>
        <a:srgbClr val="191E28"/>
      </a:lt1>
      <a:dk2>
        <a:srgbClr val="B3B3B3"/>
      </a:dk2>
      <a:lt2>
        <a:srgbClr val="0076A1"/>
      </a:lt2>
      <a:accent1>
        <a:srgbClr val="DF3A42"/>
      </a:accent1>
      <a:accent2>
        <a:srgbClr val="F47200"/>
      </a:accent2>
      <a:accent3>
        <a:srgbClr val="D5A300"/>
      </a:accent3>
      <a:accent4>
        <a:srgbClr val="77B700"/>
      </a:accent4>
      <a:accent5>
        <a:srgbClr val="239C7E"/>
      </a:accent5>
      <a:accent6>
        <a:srgbClr val="3E2A77"/>
      </a:accent6>
      <a:hlink>
        <a:srgbClr val="B3B3B3"/>
      </a:hlink>
      <a:folHlink>
        <a:srgbClr val="B3B3B3"/>
      </a:folHlink>
    </a:clrScheme>
    <a:fontScheme name="Custom 16">
      <a:majorFont>
        <a:latin typeface="Century Gothic"/>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00954201_Product roadmap infographics poster_SL_V1.potx" id="{7139280B-9022-43B4-AEAB-A4D3C6DDD7CD}" vid="{D3A0CA3A-729C-48B6-BD69-38CFD8DF4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599253B6-8750-4AE7-9310-C85B843486D6}">
  <ds:schemaRefs>
    <ds:schemaRef ds:uri="http://schemas.microsoft.com/sharepoint/v3/contenttype/forms"/>
  </ds:schemaRefs>
</ds:datastoreItem>
</file>

<file path=customXml/itemProps2.xml><?xml version="1.0" encoding="utf-8"?>
<ds:datastoreItem xmlns:ds="http://schemas.openxmlformats.org/officeDocument/2006/customXml" ds:itemID="{FB497774-A265-4891-A41E-034F9A8FA7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69BB5DF-A591-4D29-BE35-88A9CE3D2EA6}">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Product roadmap infographics poster</Template>
  <TotalTime>0</TotalTime>
  <Words>279</Words>
  <Application>Microsoft Office PowerPoint</Application>
  <PresentationFormat>On-screen Show (4:3)</PresentationFormat>
  <Paragraphs>14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Century Gothic</vt:lpstr>
      <vt:lpstr>Office Theme</vt:lpstr>
      <vt:lpstr>CORONA VIRUS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2020-04-08T11:03:59Z</dcterms:created>
  <dcterms:modified xsi:type="dcterms:W3CDTF">2020-04-08T13:06:46Z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
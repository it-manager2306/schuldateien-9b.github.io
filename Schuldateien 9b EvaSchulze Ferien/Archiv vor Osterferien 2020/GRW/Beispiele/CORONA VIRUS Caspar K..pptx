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6"/>
  </p:notesMasterIdLst>
  <p:handoutMasterIdLst>
    <p:handoutMasterId r:id="rId7"/>
  </p:handoutMasterIdLst>
  <p:sldIdLst>
    <p:sldId id="258" r:id="rId5"/>
  </p:sldIdLst>
  <p:sldSz cx="6858000" cy="9144000" type="screen4x3"/>
  <p:notesSz cx="6858000" cy="9144000"/>
  <p:defaultTextStyle>
    <a:defPPr rtl="0">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60" userDrawn="1">
          <p15:clr>
            <a:srgbClr val="A4A3A4"/>
          </p15:clr>
        </p15:guide>
        <p15:guide id="3" orient="horz" pos="2880" userDrawn="1">
          <p15:clr>
            <a:srgbClr val="A4A3A4"/>
          </p15:clr>
        </p15:guide>
        <p15:guide id="4" pos="3589" userDrawn="1">
          <p15:clr>
            <a:srgbClr val="A4A3A4"/>
          </p15:clr>
        </p15:guide>
        <p15:guide id="5" orient="horz" pos="22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198"/>
    <a:srgbClr val="07407B"/>
    <a:srgbClr val="148ECF"/>
    <a:srgbClr val="29ABE2"/>
    <a:srgbClr val="0071BC"/>
    <a:srgbClr val="0C6EA5"/>
    <a:srgbClr val="F2B800"/>
    <a:srgbClr val="474B53"/>
    <a:srgbClr val="191E28"/>
    <a:srgbClr val="DF3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86" d="100"/>
          <a:sy n="86" d="100"/>
        </p:scale>
        <p:origin x="2928" y="66"/>
      </p:cViewPr>
      <p:guideLst>
        <p:guide pos="2160"/>
        <p:guide orient="horz" pos="2880"/>
        <p:guide pos="3589"/>
        <p:guide orient="horz" pos="226"/>
      </p:guideLst>
    </p:cSldViewPr>
  </p:slideViewPr>
  <p:notesTextViewPr>
    <p:cViewPr>
      <p:scale>
        <a:sx n="3" d="2"/>
        <a:sy n="3" d="2"/>
      </p:scale>
      <p:origin x="0" y="0"/>
    </p:cViewPr>
  </p:notesTextViewPr>
  <p:notesViewPr>
    <p:cSldViewPr snapToGrid="0" showGuides="1">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87E1F32-670E-42A1-BB79-BE7CF13D3D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dirty="0"/>
          </a:p>
        </p:txBody>
      </p:sp>
      <p:sp>
        <p:nvSpPr>
          <p:cNvPr id="3" name="Datumsplatzhalter 2">
            <a:extLst>
              <a:ext uri="{FF2B5EF4-FFF2-40B4-BE49-F238E27FC236}">
                <a16:creationId xmlns:a16="http://schemas.microsoft.com/office/drawing/2014/main" id="{37952D9F-355D-4E4D-9520-4A19B29476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8DCD454-3D02-41D4-8872-1E2DE75FDC2E}" type="datetime1">
              <a:rPr lang="de-DE" smtClean="0"/>
              <a:t>08.04.2020</a:t>
            </a:fld>
            <a:endParaRPr lang="de-DE" dirty="0"/>
          </a:p>
        </p:txBody>
      </p:sp>
      <p:sp>
        <p:nvSpPr>
          <p:cNvPr id="4" name="Fußzeilenplatzhalter 3">
            <a:extLst>
              <a:ext uri="{FF2B5EF4-FFF2-40B4-BE49-F238E27FC236}">
                <a16:creationId xmlns:a16="http://schemas.microsoft.com/office/drawing/2014/main" id="{9C1D824E-CABD-4018-B1C4-F54DF49C3C8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dirty="0"/>
          </a:p>
        </p:txBody>
      </p:sp>
      <p:sp>
        <p:nvSpPr>
          <p:cNvPr id="5" name="Foliennummernplatzhalter 4">
            <a:extLst>
              <a:ext uri="{FF2B5EF4-FFF2-40B4-BE49-F238E27FC236}">
                <a16:creationId xmlns:a16="http://schemas.microsoft.com/office/drawing/2014/main" id="{568D1F29-09CA-482E-8686-EEE88BB73D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869D12F-E8AC-48C0-8B1F-BD566648D8E6}" type="slidenum">
              <a:rPr lang="de-DE" smtClean="0"/>
              <a:t>‹Nr.›</a:t>
            </a:fld>
            <a:endParaRPr lang="de-DE" dirty="0"/>
          </a:p>
        </p:txBody>
      </p:sp>
    </p:spTree>
    <p:extLst>
      <p:ext uri="{BB962C8B-B14F-4D97-AF65-F5344CB8AC3E}">
        <p14:creationId xmlns:p14="http://schemas.microsoft.com/office/powerpoint/2010/main" val="2794654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C6C25-2C5F-4D4B-A058-D91C5F3CF4A3}" type="datetime1">
              <a:rPr lang="de-DE" smtClean="0"/>
              <a:pPr/>
              <a:t>08.04.2020</a:t>
            </a:fld>
            <a:endParaRPr lang="de-DE" dirty="0"/>
          </a:p>
        </p:txBody>
      </p:sp>
      <p:sp>
        <p:nvSpPr>
          <p:cNvPr id="4" name="Folienbildplatzhalt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pPr rtl="0"/>
            <a:endParaRPr lang="de-DE" noProof="0"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dirty="0"/>
              <a:t>Textmasterformate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8136092-2EDF-47BF-99B1-B87430F95B70}" type="slidenum">
              <a:rPr lang="de-DE" noProof="0" smtClean="0"/>
              <a:t>‹Nr.›</a:t>
            </a:fld>
            <a:endParaRPr lang="de-DE" noProof="0" dirty="0"/>
          </a:p>
        </p:txBody>
      </p:sp>
    </p:spTree>
    <p:extLst>
      <p:ext uri="{BB962C8B-B14F-4D97-AF65-F5344CB8AC3E}">
        <p14:creationId xmlns:p14="http://schemas.microsoft.com/office/powerpoint/2010/main" val="3603056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C8136092-2EDF-47BF-99B1-B87430F95B70}" type="slidenum">
              <a:rPr lang="de-DE" smtClean="0"/>
              <a:t>1</a:t>
            </a:fld>
            <a:endParaRPr lang="de-DE" dirty="0"/>
          </a:p>
        </p:txBody>
      </p:sp>
    </p:spTree>
    <p:extLst>
      <p:ext uri="{BB962C8B-B14F-4D97-AF65-F5344CB8AC3E}">
        <p14:creationId xmlns:p14="http://schemas.microsoft.com/office/powerpoint/2010/main" val="31994557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6431B22D-278B-4494-9983-22D9FEE2D057}"/>
              </a:ext>
            </a:extLst>
          </p:cNvPr>
          <p:cNvPicPr>
            <a:picLocks noChangeAspect="1"/>
          </p:cNvPicPr>
          <p:nvPr userDrawn="1"/>
        </p:nvPicPr>
        <p:blipFill>
          <a:blip r:embed="rId2"/>
          <a:stretch>
            <a:fillRect/>
          </a:stretch>
        </p:blipFill>
        <p:spPr>
          <a:xfrm>
            <a:off x="0" y="0"/>
            <a:ext cx="6858000" cy="9144000"/>
          </a:xfrm>
          <a:prstGeom prst="rect">
            <a:avLst/>
          </a:prstGeom>
        </p:spPr>
      </p:pic>
      <p:sp>
        <p:nvSpPr>
          <p:cNvPr id="14" name="Textplatzhalter 13">
            <a:extLst>
              <a:ext uri="{FF2B5EF4-FFF2-40B4-BE49-F238E27FC236}">
                <a16:creationId xmlns:a16="http://schemas.microsoft.com/office/drawing/2014/main" id="{780CA53D-B21C-44EE-A7DC-F80DFA651AFE}"/>
              </a:ext>
            </a:extLst>
          </p:cNvPr>
          <p:cNvSpPr>
            <a:spLocks noGrp="1"/>
          </p:cNvSpPr>
          <p:nvPr>
            <p:ph type="body" sz="quarter" idx="10" hasCustomPrompt="1"/>
          </p:nvPr>
        </p:nvSpPr>
        <p:spPr>
          <a:xfrm>
            <a:off x="287859" y="0"/>
            <a:ext cx="619200" cy="1295400"/>
          </a:xfrm>
          <a:solidFill>
            <a:schemeClr val="bg2"/>
          </a:solidFill>
        </p:spPr>
        <p:txBody>
          <a:bodyPr lIns="72000" tIns="108000" rIns="72000" bIns="72000" rtlCol="0" anchor="ctr" anchorCtr="0">
            <a:noAutofit/>
          </a:bodyPr>
          <a:lstStyle>
            <a:lvl1pPr marL="0" indent="0" algn="ctr">
              <a:buNone/>
              <a:defRPr sz="1800" b="1">
                <a:solidFill>
                  <a:schemeClr val="accent2"/>
                </a:solidFill>
                <a:latin typeface="+mn-lt"/>
              </a:defRPr>
            </a:lvl1pPr>
            <a:lvl2pPr>
              <a:defRPr sz="1800"/>
            </a:lvl2pPr>
            <a:lvl3pPr>
              <a:defRPr sz="1800"/>
            </a:lvl3pPr>
            <a:lvl4pPr>
              <a:defRPr sz="1800"/>
            </a:lvl4pPr>
            <a:lvl5pPr>
              <a:defRPr sz="1800"/>
            </a:lvl5pPr>
          </a:lstStyle>
          <a:p>
            <a:pPr lvl="0" rtl="0"/>
            <a:r>
              <a:rPr lang="de-DE" noProof="0" dirty="0"/>
              <a:t>DAS ZEITALTER VON</a:t>
            </a:r>
          </a:p>
        </p:txBody>
      </p:sp>
      <p:sp>
        <p:nvSpPr>
          <p:cNvPr id="29" name="Titel 28">
            <a:extLst>
              <a:ext uri="{FF2B5EF4-FFF2-40B4-BE49-F238E27FC236}">
                <a16:creationId xmlns:a16="http://schemas.microsoft.com/office/drawing/2014/main" id="{CF5BE93F-A649-42C8-AEBD-2B75A390FADC}"/>
              </a:ext>
            </a:extLst>
          </p:cNvPr>
          <p:cNvSpPr>
            <a:spLocks noGrp="1"/>
          </p:cNvSpPr>
          <p:nvPr>
            <p:ph type="title" hasCustomPrompt="1"/>
          </p:nvPr>
        </p:nvSpPr>
        <p:spPr>
          <a:xfrm>
            <a:off x="711090" y="299964"/>
            <a:ext cx="5915025" cy="1039695"/>
          </a:xfrm>
        </p:spPr>
        <p:txBody>
          <a:bodyPr lIns="0" tIns="0" rIns="0" bIns="0" rtlCol="0">
            <a:noAutofit/>
          </a:bodyPr>
          <a:lstStyle>
            <a:lvl1pPr algn="r">
              <a:defRPr sz="9530">
                <a:solidFill>
                  <a:schemeClr val="bg1"/>
                </a:solidFill>
              </a:defRPr>
            </a:lvl1pPr>
          </a:lstStyle>
          <a:p>
            <a:pPr rtl="0"/>
            <a:r>
              <a:rPr lang="de-DE" noProof="0" dirty="0"/>
              <a:t>BIG DATA</a:t>
            </a:r>
          </a:p>
        </p:txBody>
      </p:sp>
    </p:spTree>
    <p:extLst>
      <p:ext uri="{BB962C8B-B14F-4D97-AF65-F5344CB8AC3E}">
        <p14:creationId xmlns:p14="http://schemas.microsoft.com/office/powerpoint/2010/main" val="4160577128"/>
      </p:ext>
    </p:extLst>
  </p:cSld>
  <p:clrMapOvr>
    <a:masterClrMapping/>
  </p:clrMapOvr>
  <p:extLst>
    <p:ext uri="{DCECCB84-F9BA-43D5-87BE-67443E8EF086}">
      <p15:sldGuideLst xmlns:p15="http://schemas.microsoft.com/office/powerpoint/2012/main">
        <p15:guide id="1" orient="horz" pos="158" userDrawn="1">
          <p15:clr>
            <a:srgbClr val="FBAE40"/>
          </p15:clr>
        </p15:guide>
        <p15:guide id="2" pos="2160" userDrawn="1">
          <p15:clr>
            <a:srgbClr val="FBAE40"/>
          </p15:clr>
        </p15:guide>
        <p15:guide id="3" pos="164" userDrawn="1">
          <p15:clr>
            <a:srgbClr val="FBAE40"/>
          </p15:clr>
        </p15:guide>
        <p15:guide id="4" pos="4156" userDrawn="1">
          <p15:clr>
            <a:srgbClr val="FBAE40"/>
          </p15:clr>
        </p15:guide>
        <p15:guide id="12" orient="horz" pos="5534" userDrawn="1">
          <p15:clr>
            <a:srgbClr val="FBAE40"/>
          </p15:clr>
        </p15:guide>
        <p15:guide id="13" orient="horz" pos="816" userDrawn="1">
          <p15:clr>
            <a:srgbClr val="FBAE40"/>
          </p15:clr>
        </p15:guide>
        <p15:guide id="14" orient="horz" pos="3833" userDrawn="1">
          <p15:clr>
            <a:srgbClr val="FBAE40"/>
          </p15:clr>
        </p15:guide>
        <p15:guide id="15" pos="1593"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71487" y="486836"/>
            <a:ext cx="5915025" cy="1767417"/>
          </a:xfrm>
          <a:prstGeom prst="rect">
            <a:avLst/>
          </a:prstGeom>
        </p:spPr>
        <p:txBody>
          <a:bodyPr vert="horz" lIns="91440" tIns="45720" rIns="91440" bIns="45720" rtlCol="0" anchor="ctr">
            <a:normAutofit/>
          </a:bodyPr>
          <a:lstStyle/>
          <a:p>
            <a:pPr rtl="0"/>
            <a:endParaRPr lang="de-DE" noProof="0" dirty="0"/>
          </a:p>
        </p:txBody>
      </p:sp>
      <p:sp>
        <p:nvSpPr>
          <p:cNvPr id="3" name="Textplatzhalt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rtl="0"/>
            <a:r>
              <a:rPr lang="de-DE" noProof="0" dirty="0"/>
              <a:t>Textmasterformate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4" name="Datumsplatzhalt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de-DE" noProof="0" dirty="0"/>
              <a:t>TT.MM.20XX</a:t>
            </a:r>
          </a:p>
        </p:txBody>
      </p:sp>
      <p:sp>
        <p:nvSpPr>
          <p:cNvPr id="5" name="Fußzeilenplatzhalt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de-DE" noProof="0" dirty="0"/>
              <a:t>FUSSZEILE HINZUFÜGEN</a:t>
            </a:r>
          </a:p>
        </p:txBody>
      </p:sp>
      <p:sp>
        <p:nvSpPr>
          <p:cNvPr id="6" name="Foliennummernplatzhalt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C075BE66-B004-4B62-93B5-6C3A07EE5DEC}" type="slidenum">
              <a:rPr lang="de-DE" noProof="0" smtClean="0"/>
              <a:t>‹Nr.›</a:t>
            </a:fld>
            <a:endParaRPr lang="de-DE" noProof="0" dirty="0"/>
          </a:p>
        </p:txBody>
      </p:sp>
    </p:spTree>
    <p:extLst>
      <p:ext uri="{BB962C8B-B14F-4D97-AF65-F5344CB8AC3E}">
        <p14:creationId xmlns:p14="http://schemas.microsoft.com/office/powerpoint/2010/main" val="2127442875"/>
      </p:ext>
    </p:extLst>
  </p:cSld>
  <p:clrMap bg1="lt1" tx1="dk1" bg2="lt2" tx2="dk2" accent1="accent1" accent2="accent2" accent3="accent3" accent4="accent4" accent5="accent5" accent6="accent6" hlink="hlink" folHlink="folHlink"/>
  <p:sldLayoutIdLst>
    <p:sldLayoutId id="2147483661" r:id="rId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hteck 33">
            <a:extLst>
              <a:ext uri="{FF2B5EF4-FFF2-40B4-BE49-F238E27FC236}">
                <a16:creationId xmlns:a16="http://schemas.microsoft.com/office/drawing/2014/main" id="{02A5F208-5D1C-45F6-AAC7-222E0751B4B8}"/>
              </a:ext>
            </a:extLst>
          </p:cNvPr>
          <p:cNvSpPr/>
          <p:nvPr/>
        </p:nvSpPr>
        <p:spPr>
          <a:xfrm>
            <a:off x="5409086" y="6097728"/>
            <a:ext cx="1195172" cy="3055088"/>
          </a:xfrm>
          <a:prstGeom prst="rect">
            <a:avLst/>
          </a:prstGeom>
          <a:solidFill>
            <a:srgbClr val="0740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extplatzhalter 1">
            <a:extLst>
              <a:ext uri="{FF2B5EF4-FFF2-40B4-BE49-F238E27FC236}">
                <a16:creationId xmlns:a16="http://schemas.microsoft.com/office/drawing/2014/main" id="{C0B18341-EF25-422E-9244-875589C13E58}"/>
              </a:ext>
            </a:extLst>
          </p:cNvPr>
          <p:cNvSpPr>
            <a:spLocks noGrp="1"/>
          </p:cNvSpPr>
          <p:nvPr>
            <p:ph type="body" sz="quarter" idx="10"/>
          </p:nvPr>
        </p:nvSpPr>
        <p:spPr>
          <a:xfrm>
            <a:off x="250545" y="0"/>
            <a:ext cx="691068" cy="1295400"/>
          </a:xfrm>
        </p:spPr>
        <p:txBody>
          <a:bodyPr rtlCol="0"/>
          <a:lstStyle/>
          <a:p>
            <a:r>
              <a:rPr lang="de-DE" sz="1600" b="0" dirty="0"/>
              <a:t>SARS-CoV-2</a:t>
            </a:r>
          </a:p>
          <a:p>
            <a:r>
              <a:rPr lang="de-DE" sz="1600" b="0" dirty="0"/>
              <a:t>COVID-19</a:t>
            </a:r>
          </a:p>
        </p:txBody>
      </p:sp>
      <p:sp>
        <p:nvSpPr>
          <p:cNvPr id="3" name="Titel 2">
            <a:extLst>
              <a:ext uri="{FF2B5EF4-FFF2-40B4-BE49-F238E27FC236}">
                <a16:creationId xmlns:a16="http://schemas.microsoft.com/office/drawing/2014/main" id="{6F345E3D-A2D8-410A-AB73-7095D6AFCF69}"/>
              </a:ext>
            </a:extLst>
          </p:cNvPr>
          <p:cNvSpPr>
            <a:spLocks noGrp="1"/>
          </p:cNvSpPr>
          <p:nvPr>
            <p:ph type="title"/>
          </p:nvPr>
        </p:nvSpPr>
        <p:spPr>
          <a:xfrm>
            <a:off x="692430" y="299964"/>
            <a:ext cx="5915025" cy="1039695"/>
          </a:xfrm>
        </p:spPr>
        <p:txBody>
          <a:bodyPr rtlCol="0"/>
          <a:lstStyle/>
          <a:p>
            <a:pPr rtl="0"/>
            <a:r>
              <a:rPr lang="de-DE" sz="4400" b="1" spc="-150" dirty="0"/>
              <a:t>CORONA </a:t>
            </a:r>
            <a:r>
              <a:rPr lang="de-DE" sz="4400" spc="-300" dirty="0"/>
              <a:t>VIRUS</a:t>
            </a:r>
            <a:endParaRPr lang="de-DE" sz="4400" dirty="0"/>
          </a:p>
        </p:txBody>
      </p:sp>
      <p:sp>
        <p:nvSpPr>
          <p:cNvPr id="25" name="Textplatzhalter 19">
            <a:extLst>
              <a:ext uri="{FF2B5EF4-FFF2-40B4-BE49-F238E27FC236}">
                <a16:creationId xmlns:a16="http://schemas.microsoft.com/office/drawing/2014/main" id="{A3725F2D-3F20-47AB-B9A5-E5757F6FF86A}"/>
              </a:ext>
            </a:extLst>
          </p:cNvPr>
          <p:cNvSpPr txBox="1">
            <a:spLocks/>
          </p:cNvSpPr>
          <p:nvPr/>
        </p:nvSpPr>
        <p:spPr>
          <a:xfrm>
            <a:off x="220402" y="6083626"/>
            <a:ext cx="2314845" cy="572616"/>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2400" b="0" kern="1200">
                <a:solidFill>
                  <a:schemeClr val="bg2"/>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sz="1800" dirty="0"/>
              <a:t>Warum ist es wichtig, das ich mich schütze?</a:t>
            </a:r>
          </a:p>
        </p:txBody>
      </p:sp>
      <p:sp>
        <p:nvSpPr>
          <p:cNvPr id="26" name="Textplatzhalter 19">
            <a:extLst>
              <a:ext uri="{FF2B5EF4-FFF2-40B4-BE49-F238E27FC236}">
                <a16:creationId xmlns:a16="http://schemas.microsoft.com/office/drawing/2014/main" id="{393A3EB8-3EBA-4BA7-997A-376D9150E903}"/>
              </a:ext>
            </a:extLst>
          </p:cNvPr>
          <p:cNvSpPr txBox="1">
            <a:spLocks/>
          </p:cNvSpPr>
          <p:nvPr/>
        </p:nvSpPr>
        <p:spPr>
          <a:xfrm>
            <a:off x="204080" y="6741001"/>
            <a:ext cx="2193555" cy="2163262"/>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00" b="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sz="1000" dirty="0"/>
              <a:t>Das Coronavirus ist seine leichte Übertragung besonders für </a:t>
            </a:r>
            <a:r>
              <a:rPr lang="de-DE" sz="1000" dirty="0" err="1"/>
              <a:t>Riskogruppen</a:t>
            </a:r>
            <a:r>
              <a:rPr lang="de-DE" sz="1000" dirty="0"/>
              <a:t> (ältere Personen oder Vorerkrankungen) gefährlich, und obwohl man als jüngerer Mensch nicht wirklich an dem Virus sterben kann, kann man jedoch immer noch andere Personen aus </a:t>
            </a:r>
            <a:r>
              <a:rPr lang="de-DE" sz="1000" dirty="0" err="1"/>
              <a:t>Riskogruppen</a:t>
            </a:r>
            <a:r>
              <a:rPr lang="de-DE" sz="1000" dirty="0"/>
              <a:t> anstecken, bei welchen die Infektion, dann zu Leid oder sogar dem Tod führen kann. Darum ist mein Anliegen:</a:t>
            </a:r>
          </a:p>
          <a:p>
            <a:pPr rtl="0"/>
            <a:endParaRPr lang="de-DE" dirty="0"/>
          </a:p>
        </p:txBody>
      </p:sp>
      <p:sp>
        <p:nvSpPr>
          <p:cNvPr id="23" name="Textplatzhalter 19">
            <a:extLst>
              <a:ext uri="{FF2B5EF4-FFF2-40B4-BE49-F238E27FC236}">
                <a16:creationId xmlns:a16="http://schemas.microsoft.com/office/drawing/2014/main" id="{6BE59FCF-FFED-4A34-AAEC-8C22F983D227}"/>
              </a:ext>
            </a:extLst>
          </p:cNvPr>
          <p:cNvSpPr txBox="1">
            <a:spLocks/>
          </p:cNvSpPr>
          <p:nvPr/>
        </p:nvSpPr>
        <p:spPr>
          <a:xfrm>
            <a:off x="2653025" y="6039317"/>
            <a:ext cx="2530145" cy="616925"/>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2400" b="1" kern="1200">
                <a:solidFill>
                  <a:schemeClr val="accent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Was ist das CORONAVIRUS?</a:t>
            </a:r>
          </a:p>
        </p:txBody>
      </p:sp>
      <p:sp>
        <p:nvSpPr>
          <p:cNvPr id="24" name="Textplatzhalter 19">
            <a:extLst>
              <a:ext uri="{FF2B5EF4-FFF2-40B4-BE49-F238E27FC236}">
                <a16:creationId xmlns:a16="http://schemas.microsoft.com/office/drawing/2014/main" id="{6ED694E5-AE6C-41B5-B6A8-CDF7585D6174}"/>
              </a:ext>
            </a:extLst>
          </p:cNvPr>
          <p:cNvSpPr txBox="1">
            <a:spLocks/>
          </p:cNvSpPr>
          <p:nvPr/>
        </p:nvSpPr>
        <p:spPr>
          <a:xfrm>
            <a:off x="2653025" y="6765189"/>
            <a:ext cx="2530157" cy="2139073"/>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00" b="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sz="1000" dirty="0"/>
              <a:t>Coronavirus (SARS-CoV-2) gehört zu Familie der Coronaviren. Es ist der zweite SARS-Virus (</a:t>
            </a:r>
            <a:r>
              <a:rPr lang="en-US" sz="1000" dirty="0"/>
              <a:t>Severe acute respiratory syndrome-related coronavirus). Es tritt vorallem mit starken </a:t>
            </a:r>
            <a:r>
              <a:rPr lang="de-DE" sz="1000" dirty="0"/>
              <a:t>Atemwegsyndromen </a:t>
            </a:r>
            <a:r>
              <a:rPr lang="en-US" sz="1000" dirty="0"/>
              <a:t>auf, jedoch  können die Symptome stark, von der Altersgruppen und den Vorerkrankungen abhängen.</a:t>
            </a:r>
            <a:r>
              <a:rPr lang="de-DE" sz="1000" dirty="0"/>
              <a:t> Das Coronavirus wird über die Tröpfcheninfektion verbreitet. Das heiß es kann zum Beispiel durch Niesen, Husten oder auch einfaches Sprechen bei einer Distanz unter 2m übertragen werden. Um eine Ausbreitung einzudämmen, ist es nötig die Infektionszahl unter 1 zu halten (Infektionszahl = Personenanzahl die durch einen Infizierten infiziert wird), denn dann breitet sich das Virus nicht mehr aus, sondern die Ausbreitung geht </a:t>
            </a:r>
            <a:r>
              <a:rPr lang="de-DE" sz="1000" dirty="0" err="1"/>
              <a:t>zurük</a:t>
            </a:r>
            <a:r>
              <a:rPr lang="de-DE" sz="1000" dirty="0"/>
              <a:t>.</a:t>
            </a:r>
          </a:p>
        </p:txBody>
      </p:sp>
      <p:sp>
        <p:nvSpPr>
          <p:cNvPr id="12" name="Textplatzhalter 19">
            <a:extLst>
              <a:ext uri="{FF2B5EF4-FFF2-40B4-BE49-F238E27FC236}">
                <a16:creationId xmlns:a16="http://schemas.microsoft.com/office/drawing/2014/main" id="{ACA5A773-11C4-4FE2-BDDF-0F2854BD2E1F}"/>
              </a:ext>
            </a:extLst>
          </p:cNvPr>
          <p:cNvSpPr txBox="1">
            <a:spLocks/>
          </p:cNvSpPr>
          <p:nvPr/>
        </p:nvSpPr>
        <p:spPr>
          <a:xfrm>
            <a:off x="5401764" y="6088912"/>
            <a:ext cx="1195200" cy="656667"/>
          </a:xfrm>
          <a:prstGeom prst="rect">
            <a:avLst/>
          </a:prstGeom>
          <a:noFill/>
        </p:spPr>
        <p:txBody>
          <a:bodyPr lIns="126000" tIns="108000" rIns="54000" bIns="72000" rtlCol="0">
            <a:noAutofit/>
          </a:bodyPr>
          <a:lstStyle>
            <a:lvl1pPr marL="0" indent="0" algn="l" defTabSz="685800" rtl="0" eaLnBrk="1" latinLnBrk="0" hangingPunct="1">
              <a:lnSpc>
                <a:spcPct val="90000"/>
              </a:lnSpc>
              <a:spcBef>
                <a:spcPts val="750"/>
              </a:spcBef>
              <a:buFont typeface="Arial" panose="020B0604020202020204" pitchFamily="34" charset="0"/>
              <a:buNone/>
              <a:defRPr sz="4100" kern="1200">
                <a:solidFill>
                  <a:schemeClr val="bg2"/>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20</a:t>
            </a:r>
          </a:p>
        </p:txBody>
      </p:sp>
      <p:sp>
        <p:nvSpPr>
          <p:cNvPr id="13" name="Textplatzhalter 19">
            <a:extLst>
              <a:ext uri="{FF2B5EF4-FFF2-40B4-BE49-F238E27FC236}">
                <a16:creationId xmlns:a16="http://schemas.microsoft.com/office/drawing/2014/main" id="{8BA59212-9C54-4951-8C9E-2B22F20AF50E}"/>
              </a:ext>
            </a:extLst>
          </p:cNvPr>
          <p:cNvSpPr txBox="1">
            <a:spLocks/>
          </p:cNvSpPr>
          <p:nvPr/>
        </p:nvSpPr>
        <p:spPr>
          <a:xfrm>
            <a:off x="5401764" y="6747537"/>
            <a:ext cx="1195200" cy="747995"/>
          </a:xfrm>
          <a:prstGeom prst="rect">
            <a:avLst/>
          </a:prstGeom>
          <a:noFill/>
        </p:spPr>
        <p:txBody>
          <a:bodyPr lIns="126000" tIns="18000" rIns="54000" bIns="7200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Sekunden </a:t>
            </a:r>
          </a:p>
          <a:p>
            <a:pPr rtl="0"/>
            <a:r>
              <a:rPr lang="de-DE" dirty="0">
                <a:solidFill>
                  <a:schemeClr val="accent1">
                    <a:lumMod val="60000"/>
                    <a:lumOff val="40000"/>
                  </a:schemeClr>
                </a:solidFill>
              </a:rPr>
              <a:t>Händewaschen sind notwendig, um sich das Virus von den Händen zu entfernen</a:t>
            </a:r>
          </a:p>
        </p:txBody>
      </p:sp>
      <p:sp>
        <p:nvSpPr>
          <p:cNvPr id="15" name="Textplatzhalter 19">
            <a:extLst>
              <a:ext uri="{FF2B5EF4-FFF2-40B4-BE49-F238E27FC236}">
                <a16:creationId xmlns:a16="http://schemas.microsoft.com/office/drawing/2014/main" id="{C3331DEF-944B-45DA-8929-DC31361FE60F}"/>
              </a:ext>
            </a:extLst>
          </p:cNvPr>
          <p:cNvSpPr txBox="1">
            <a:spLocks/>
          </p:cNvSpPr>
          <p:nvPr/>
        </p:nvSpPr>
        <p:spPr>
          <a:xfrm>
            <a:off x="5307874" y="7495532"/>
            <a:ext cx="1289090" cy="539792"/>
          </a:xfrm>
          <a:prstGeom prst="rect">
            <a:avLst/>
          </a:prstGeom>
          <a:noFill/>
        </p:spPr>
        <p:txBody>
          <a:bodyPr lIns="126000" tIns="0" rIns="54000" bIns="72000" rtlCol="0">
            <a:noAutofit/>
          </a:bodyPr>
          <a:lstStyle>
            <a:lvl1pPr marL="0" indent="0" algn="l" defTabSz="685800" rtl="0" eaLnBrk="1" latinLnBrk="0" hangingPunct="1">
              <a:lnSpc>
                <a:spcPct val="90000"/>
              </a:lnSpc>
              <a:spcBef>
                <a:spcPts val="750"/>
              </a:spcBef>
              <a:buFont typeface="Arial" panose="020B0604020202020204" pitchFamily="34" charset="0"/>
              <a:buNone/>
              <a:defRPr sz="4100" kern="1200" spc="-150">
                <a:solidFill>
                  <a:schemeClr val="bg2"/>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spc="-300" dirty="0"/>
              <a:t>1,5-2</a:t>
            </a:r>
          </a:p>
        </p:txBody>
      </p:sp>
      <p:sp>
        <p:nvSpPr>
          <p:cNvPr id="14" name="Textplatzhalter 19">
            <a:extLst>
              <a:ext uri="{FF2B5EF4-FFF2-40B4-BE49-F238E27FC236}">
                <a16:creationId xmlns:a16="http://schemas.microsoft.com/office/drawing/2014/main" id="{2B5F14DE-7D1A-461C-95A5-3E218CC452D4}"/>
              </a:ext>
            </a:extLst>
          </p:cNvPr>
          <p:cNvSpPr txBox="1">
            <a:spLocks/>
          </p:cNvSpPr>
          <p:nvPr/>
        </p:nvSpPr>
        <p:spPr>
          <a:xfrm>
            <a:off x="5401764" y="8035325"/>
            <a:ext cx="1195200" cy="1108675"/>
          </a:xfrm>
          <a:prstGeom prst="rect">
            <a:avLst/>
          </a:prstGeom>
          <a:noFill/>
        </p:spPr>
        <p:txBody>
          <a:bodyPr lIns="126000" tIns="18000" rIns="54000" bIns="72000" rtlCol="0">
            <a:norm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Meter </a:t>
            </a:r>
          </a:p>
          <a:p>
            <a:pPr rtl="0"/>
            <a:r>
              <a:rPr lang="de-DE" dirty="0">
                <a:solidFill>
                  <a:schemeClr val="accent1">
                    <a:lumMod val="60000"/>
                    <a:lumOff val="40000"/>
                  </a:schemeClr>
                </a:solidFill>
              </a:rPr>
              <a:t>Mindestabstand sind notwendig, um Menschen um einen herum nicht zu infizieren</a:t>
            </a:r>
          </a:p>
        </p:txBody>
      </p:sp>
      <p:grpSp>
        <p:nvGrpSpPr>
          <p:cNvPr id="49" name="Gruppieren 48">
            <a:extLst>
              <a:ext uri="{FF2B5EF4-FFF2-40B4-BE49-F238E27FC236}">
                <a16:creationId xmlns:a16="http://schemas.microsoft.com/office/drawing/2014/main" id="{807DCC05-1657-4C27-9BA9-82E81A1FA032}"/>
              </a:ext>
              <a:ext uri="{C183D7F6-B498-43B3-948B-1728B52AA6E4}">
                <adec:decorative xmlns:adec="http://schemas.microsoft.com/office/drawing/2017/decorative" val="1"/>
              </a:ext>
            </a:extLst>
          </p:cNvPr>
          <p:cNvGrpSpPr/>
          <p:nvPr/>
        </p:nvGrpSpPr>
        <p:grpSpPr>
          <a:xfrm>
            <a:off x="-17840" y="2165991"/>
            <a:ext cx="6875840" cy="6619233"/>
            <a:chOff x="-17840" y="2165991"/>
            <a:chExt cx="6875840" cy="6619233"/>
          </a:xfrm>
        </p:grpSpPr>
        <p:pic>
          <p:nvPicPr>
            <p:cNvPr id="6" name="Grafik 5" descr="dekorative Elemente">
              <a:extLst>
                <a:ext uri="{FF2B5EF4-FFF2-40B4-BE49-F238E27FC236}">
                  <a16:creationId xmlns:a16="http://schemas.microsoft.com/office/drawing/2014/main" id="{0A25A7D7-054B-4028-AFF5-53BD99F33D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40" y="2272913"/>
              <a:ext cx="6875840" cy="2846956"/>
            </a:xfrm>
            <a:prstGeom prst="rect">
              <a:avLst/>
            </a:prstGeom>
          </p:spPr>
        </p:pic>
        <p:sp>
          <p:nvSpPr>
            <p:cNvPr id="82" name="Ellipse 81" descr="dekorative Elemente">
              <a:extLst>
                <a:ext uri="{FF2B5EF4-FFF2-40B4-BE49-F238E27FC236}">
                  <a16:creationId xmlns:a16="http://schemas.microsoft.com/office/drawing/2014/main" id="{E935880D-1D61-4BC0-9870-0121750BF8D7}"/>
                </a:ext>
              </a:extLst>
            </p:cNvPr>
            <p:cNvSpPr/>
            <p:nvPr/>
          </p:nvSpPr>
          <p:spPr>
            <a:xfrm>
              <a:off x="4661027" y="2598726"/>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pic>
          <p:nvPicPr>
            <p:cNvPr id="7" name="Grafik 35" descr="dekorative Elemente">
              <a:extLst>
                <a:ext uri="{FF2B5EF4-FFF2-40B4-BE49-F238E27FC236}">
                  <a16:creationId xmlns:a16="http://schemas.microsoft.com/office/drawing/2014/main" id="{67E60D3B-C5EF-4D65-A08E-A69AEF29D7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5603" y="2191858"/>
              <a:ext cx="5886000" cy="2904944"/>
            </a:xfrm>
            <a:prstGeom prst="rect">
              <a:avLst/>
            </a:prstGeom>
          </p:spPr>
        </p:pic>
        <p:pic>
          <p:nvPicPr>
            <p:cNvPr id="4" name="Grafik 3" descr="dekorative Elemente">
              <a:extLst>
                <a:ext uri="{FF2B5EF4-FFF2-40B4-BE49-F238E27FC236}">
                  <a16:creationId xmlns:a16="http://schemas.microsoft.com/office/drawing/2014/main" id="{2727024C-DCFB-41A0-81C5-DD80EB7C346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42668" y="2660959"/>
              <a:ext cx="3582000" cy="2093704"/>
            </a:xfrm>
            <a:prstGeom prst="rect">
              <a:avLst/>
            </a:prstGeom>
          </p:spPr>
        </p:pic>
        <p:pic>
          <p:nvPicPr>
            <p:cNvPr id="5" name="Gerader Verbinder 1" descr="dekorative Elemente">
              <a:extLst>
                <a:ext uri="{FF2B5EF4-FFF2-40B4-BE49-F238E27FC236}">
                  <a16:creationId xmlns:a16="http://schemas.microsoft.com/office/drawing/2014/main" id="{6A0953F2-FE54-41B2-8515-FB520D0161C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49357" y="2818273"/>
              <a:ext cx="1411202" cy="1461600"/>
            </a:xfrm>
            <a:prstGeom prst="rect">
              <a:avLst/>
            </a:prstGeom>
          </p:spPr>
        </p:pic>
        <p:pic>
          <p:nvPicPr>
            <p:cNvPr id="8" name="Gerader Verbinder 2" descr="dekorative Elemente">
              <a:extLst>
                <a:ext uri="{FF2B5EF4-FFF2-40B4-BE49-F238E27FC236}">
                  <a16:creationId xmlns:a16="http://schemas.microsoft.com/office/drawing/2014/main" id="{1BCC7AD0-7800-4D02-B7E0-518E4AA8A32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11708" y="4484354"/>
              <a:ext cx="912000" cy="216000"/>
            </a:xfrm>
            <a:prstGeom prst="rect">
              <a:avLst/>
            </a:prstGeom>
          </p:spPr>
        </p:pic>
        <p:cxnSp>
          <p:nvCxnSpPr>
            <p:cNvPr id="11" name="Gerader Verbinder 10" descr="dekorative Elemente">
              <a:extLst>
                <a:ext uri="{FF2B5EF4-FFF2-40B4-BE49-F238E27FC236}">
                  <a16:creationId xmlns:a16="http://schemas.microsoft.com/office/drawing/2014/main" id="{8AFD8409-659A-47FE-87DF-D10DBDEEE966}"/>
                </a:ext>
              </a:extLst>
            </p:cNvPr>
            <p:cNvCxnSpPr>
              <a:cxnSpLocks/>
            </p:cNvCxnSpPr>
            <p:nvPr/>
          </p:nvCxnSpPr>
          <p:spPr>
            <a:xfrm rot="16200000">
              <a:off x="1176125" y="7433424"/>
              <a:ext cx="2703600" cy="0"/>
            </a:xfrm>
            <a:prstGeom prst="line">
              <a:avLst/>
            </a:prstGeom>
            <a:ln w="9525">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7" name="Ellipse 26" descr="dekorative Elemente">
              <a:extLst>
                <a:ext uri="{FF2B5EF4-FFF2-40B4-BE49-F238E27FC236}">
                  <a16:creationId xmlns:a16="http://schemas.microsoft.com/office/drawing/2014/main" id="{C6C8336F-0A46-4AA0-8609-4E1E8B74BDE8}"/>
                </a:ext>
              </a:extLst>
            </p:cNvPr>
            <p:cNvSpPr/>
            <p:nvPr/>
          </p:nvSpPr>
          <p:spPr>
            <a:xfrm>
              <a:off x="361632" y="2165991"/>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28" name="Ellipse 27" descr="dekorative Elemente">
              <a:extLst>
                <a:ext uri="{FF2B5EF4-FFF2-40B4-BE49-F238E27FC236}">
                  <a16:creationId xmlns:a16="http://schemas.microsoft.com/office/drawing/2014/main" id="{DCEEB2D4-C9F3-4413-A2E0-4A922A23AE02}"/>
                </a:ext>
              </a:extLst>
            </p:cNvPr>
            <p:cNvSpPr/>
            <p:nvPr/>
          </p:nvSpPr>
          <p:spPr>
            <a:xfrm>
              <a:off x="555998" y="5017083"/>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29" name="Ellipse 28" descr="dekorative Elemente">
              <a:extLst>
                <a:ext uri="{FF2B5EF4-FFF2-40B4-BE49-F238E27FC236}">
                  <a16:creationId xmlns:a16="http://schemas.microsoft.com/office/drawing/2014/main" id="{E7F1B076-8389-4BA5-9B34-3436A5A0A97E}"/>
                </a:ext>
              </a:extLst>
            </p:cNvPr>
            <p:cNvSpPr/>
            <p:nvPr/>
          </p:nvSpPr>
          <p:spPr>
            <a:xfrm>
              <a:off x="1186647" y="4032332"/>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0" name="Ellipse 29" descr="dekorative Elemente">
              <a:extLst>
                <a:ext uri="{FF2B5EF4-FFF2-40B4-BE49-F238E27FC236}">
                  <a16:creationId xmlns:a16="http://schemas.microsoft.com/office/drawing/2014/main" id="{19458C1F-4563-4911-9E9A-77262ABBEA49}"/>
                </a:ext>
              </a:extLst>
            </p:cNvPr>
            <p:cNvSpPr/>
            <p:nvPr/>
          </p:nvSpPr>
          <p:spPr>
            <a:xfrm>
              <a:off x="2653026" y="2221469"/>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1" name="Ellipse 30" descr="dekorative Elemente">
              <a:extLst>
                <a:ext uri="{FF2B5EF4-FFF2-40B4-BE49-F238E27FC236}">
                  <a16:creationId xmlns:a16="http://schemas.microsoft.com/office/drawing/2014/main" id="{747339DC-003C-40DD-A8D1-31406FBADF43}"/>
                </a:ext>
              </a:extLst>
            </p:cNvPr>
            <p:cNvSpPr/>
            <p:nvPr/>
          </p:nvSpPr>
          <p:spPr>
            <a:xfrm>
              <a:off x="5478103" y="2236431"/>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2" name="Ellipse 31" descr="dekorative Elemente">
              <a:extLst>
                <a:ext uri="{FF2B5EF4-FFF2-40B4-BE49-F238E27FC236}">
                  <a16:creationId xmlns:a16="http://schemas.microsoft.com/office/drawing/2014/main" id="{8A0742BC-4163-481A-B7A4-0B28CE308BE0}"/>
                </a:ext>
              </a:extLst>
            </p:cNvPr>
            <p:cNvSpPr/>
            <p:nvPr/>
          </p:nvSpPr>
          <p:spPr>
            <a:xfrm>
              <a:off x="4292674" y="5027854"/>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3" name="Ellipse 32" descr="dekorative Elemente">
              <a:extLst>
                <a:ext uri="{FF2B5EF4-FFF2-40B4-BE49-F238E27FC236}">
                  <a16:creationId xmlns:a16="http://schemas.microsoft.com/office/drawing/2014/main" id="{A0761320-7990-44FF-A565-424C4B256A84}"/>
                </a:ext>
              </a:extLst>
            </p:cNvPr>
            <p:cNvSpPr/>
            <p:nvPr/>
          </p:nvSpPr>
          <p:spPr>
            <a:xfrm>
              <a:off x="1171890" y="2498584"/>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5" name="Ellipse 34" descr="dekorative Elemente">
              <a:extLst>
                <a:ext uri="{FF2B5EF4-FFF2-40B4-BE49-F238E27FC236}">
                  <a16:creationId xmlns:a16="http://schemas.microsoft.com/office/drawing/2014/main" id="{8891C9F2-FCF1-4727-8FDC-DF0E41CE1A68}"/>
                </a:ext>
              </a:extLst>
            </p:cNvPr>
            <p:cNvSpPr/>
            <p:nvPr/>
          </p:nvSpPr>
          <p:spPr>
            <a:xfrm>
              <a:off x="1539157" y="4013009"/>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7" name="Ellipse 36" descr="dekorative Elemente">
              <a:extLst>
                <a:ext uri="{FF2B5EF4-FFF2-40B4-BE49-F238E27FC236}">
                  <a16:creationId xmlns:a16="http://schemas.microsoft.com/office/drawing/2014/main" id="{78615208-4C16-4D69-BAF7-3A0F97B43A4C}"/>
                </a:ext>
              </a:extLst>
            </p:cNvPr>
            <p:cNvSpPr/>
            <p:nvPr/>
          </p:nvSpPr>
          <p:spPr>
            <a:xfrm>
              <a:off x="3268793" y="2278565"/>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8" name="Ellipse 37" descr="dekorative Elemente">
              <a:extLst>
                <a:ext uri="{FF2B5EF4-FFF2-40B4-BE49-F238E27FC236}">
                  <a16:creationId xmlns:a16="http://schemas.microsoft.com/office/drawing/2014/main" id="{3781D4DD-F9BB-49A0-8DF7-F602C875EDF4}"/>
                </a:ext>
              </a:extLst>
            </p:cNvPr>
            <p:cNvSpPr/>
            <p:nvPr/>
          </p:nvSpPr>
          <p:spPr>
            <a:xfrm>
              <a:off x="3441593" y="2451365"/>
              <a:ext cx="529200" cy="529200"/>
            </a:xfrm>
            <a:prstGeom prst="ellipse">
              <a:avLst/>
            </a:prstGeom>
            <a:solidFill>
              <a:schemeClr val="accent1"/>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39" name="Ellipse 38" descr="dekorative Elemente">
              <a:extLst>
                <a:ext uri="{FF2B5EF4-FFF2-40B4-BE49-F238E27FC236}">
                  <a16:creationId xmlns:a16="http://schemas.microsoft.com/office/drawing/2014/main" id="{03D141ED-4F1B-4407-9F36-964B15924698}"/>
                </a:ext>
              </a:extLst>
            </p:cNvPr>
            <p:cNvSpPr/>
            <p:nvPr/>
          </p:nvSpPr>
          <p:spPr>
            <a:xfrm>
              <a:off x="4433074" y="3958047"/>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40" name="Ellipse 39" descr="dekorative Elemente">
              <a:extLst>
                <a:ext uri="{FF2B5EF4-FFF2-40B4-BE49-F238E27FC236}">
                  <a16:creationId xmlns:a16="http://schemas.microsoft.com/office/drawing/2014/main" id="{4F72E317-2DBB-4EE8-B185-416003139946}"/>
                </a:ext>
              </a:extLst>
            </p:cNvPr>
            <p:cNvSpPr/>
            <p:nvPr/>
          </p:nvSpPr>
          <p:spPr>
            <a:xfrm>
              <a:off x="4595184" y="4141952"/>
              <a:ext cx="529200" cy="529200"/>
            </a:xfrm>
            <a:prstGeom prst="ellipse">
              <a:avLst/>
            </a:prstGeom>
            <a:solidFill>
              <a:schemeClr val="bg1"/>
            </a:solid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41" name="Ellipse 40" descr="dekorative Elemente">
              <a:extLst>
                <a:ext uri="{FF2B5EF4-FFF2-40B4-BE49-F238E27FC236}">
                  <a16:creationId xmlns:a16="http://schemas.microsoft.com/office/drawing/2014/main" id="{F73E50DD-1CD2-4CF3-868F-45D5CAF8B3F4}"/>
                </a:ext>
              </a:extLst>
            </p:cNvPr>
            <p:cNvSpPr/>
            <p:nvPr/>
          </p:nvSpPr>
          <p:spPr>
            <a:xfrm>
              <a:off x="6237617" y="4078860"/>
              <a:ext cx="140400" cy="140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42" name="Ellipse 41" descr="dekorative Elemente">
              <a:extLst>
                <a:ext uri="{FF2B5EF4-FFF2-40B4-BE49-F238E27FC236}">
                  <a16:creationId xmlns:a16="http://schemas.microsoft.com/office/drawing/2014/main" id="{F92469F7-ECB0-42C2-8CA6-FBB6418B0274}"/>
                </a:ext>
              </a:extLst>
            </p:cNvPr>
            <p:cNvSpPr/>
            <p:nvPr/>
          </p:nvSpPr>
          <p:spPr>
            <a:xfrm>
              <a:off x="2296392" y="3118531"/>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46" name="Ellipse 45" descr="dekorative Elemente">
              <a:extLst>
                <a:ext uri="{FF2B5EF4-FFF2-40B4-BE49-F238E27FC236}">
                  <a16:creationId xmlns:a16="http://schemas.microsoft.com/office/drawing/2014/main" id="{51D3BA69-3CCA-4102-8732-C25BC51C0F21}"/>
                </a:ext>
              </a:extLst>
            </p:cNvPr>
            <p:cNvSpPr/>
            <p:nvPr/>
          </p:nvSpPr>
          <p:spPr>
            <a:xfrm>
              <a:off x="2999106" y="4208057"/>
              <a:ext cx="874800" cy="874800"/>
            </a:xfrm>
            <a:prstGeom prst="ellipse">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pic>
          <p:nvPicPr>
            <p:cNvPr id="55" name="Grafik 54" descr="dekorative Elemente">
              <a:extLst>
                <a:ext uri="{FF2B5EF4-FFF2-40B4-BE49-F238E27FC236}">
                  <a16:creationId xmlns:a16="http://schemas.microsoft.com/office/drawing/2014/main" id="{9D50B66D-2341-4CEB-9C2A-FB6594D598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95859" y="4568287"/>
              <a:ext cx="513563" cy="326813"/>
            </a:xfrm>
            <a:prstGeom prst="rect">
              <a:avLst/>
            </a:prstGeom>
          </p:spPr>
        </p:pic>
        <p:sp>
          <p:nvSpPr>
            <p:cNvPr id="75" name="Ellipse 74" descr="dekorative Elemente">
              <a:extLst>
                <a:ext uri="{FF2B5EF4-FFF2-40B4-BE49-F238E27FC236}">
                  <a16:creationId xmlns:a16="http://schemas.microsoft.com/office/drawing/2014/main" id="{8E16F1AF-D150-471C-8939-175C429021E7}"/>
                </a:ext>
              </a:extLst>
            </p:cNvPr>
            <p:cNvSpPr/>
            <p:nvPr/>
          </p:nvSpPr>
          <p:spPr>
            <a:xfrm>
              <a:off x="3212911" y="4373202"/>
              <a:ext cx="529200" cy="529200"/>
            </a:xfrm>
            <a:prstGeom prst="ellipse">
              <a:avLst/>
            </a:prstGeom>
            <a:solidFill>
              <a:schemeClr val="bg1"/>
            </a:solid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77" name="Ellipse 76" descr="dekorative Elemente">
              <a:extLst>
                <a:ext uri="{FF2B5EF4-FFF2-40B4-BE49-F238E27FC236}">
                  <a16:creationId xmlns:a16="http://schemas.microsoft.com/office/drawing/2014/main" id="{9BB2A5A3-3353-4502-B266-99452B0CE8B5}"/>
                </a:ext>
              </a:extLst>
            </p:cNvPr>
            <p:cNvSpPr/>
            <p:nvPr/>
          </p:nvSpPr>
          <p:spPr>
            <a:xfrm>
              <a:off x="1695129" y="4171217"/>
              <a:ext cx="529200" cy="529200"/>
            </a:xfrm>
            <a:prstGeom prst="ellipse">
              <a:avLst/>
            </a:prstGeom>
            <a:solidFill>
              <a:schemeClr val="bg1"/>
            </a:solid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79" name="Ellipse 78" descr="dekorative Elemente">
              <a:extLst>
                <a:ext uri="{FF2B5EF4-FFF2-40B4-BE49-F238E27FC236}">
                  <a16:creationId xmlns:a16="http://schemas.microsoft.com/office/drawing/2014/main" id="{F6AB1F89-C0E2-4B9A-B15D-0396E03AD082}"/>
                </a:ext>
              </a:extLst>
            </p:cNvPr>
            <p:cNvSpPr/>
            <p:nvPr/>
          </p:nvSpPr>
          <p:spPr>
            <a:xfrm>
              <a:off x="2479004" y="3290397"/>
              <a:ext cx="529200" cy="529200"/>
            </a:xfrm>
            <a:prstGeom prst="ellipse">
              <a:avLst/>
            </a:prstGeom>
            <a:solidFill>
              <a:schemeClr val="accent1"/>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80" name="Ellipse 79" descr="dekorative Elemente">
              <a:extLst>
                <a:ext uri="{FF2B5EF4-FFF2-40B4-BE49-F238E27FC236}">
                  <a16:creationId xmlns:a16="http://schemas.microsoft.com/office/drawing/2014/main" id="{3E1C326B-2FAD-4C9F-9FBB-AA69C3F6304C}"/>
                </a:ext>
              </a:extLst>
            </p:cNvPr>
            <p:cNvSpPr/>
            <p:nvPr/>
          </p:nvSpPr>
          <p:spPr>
            <a:xfrm>
              <a:off x="1334268" y="2653454"/>
              <a:ext cx="529200" cy="529200"/>
            </a:xfrm>
            <a:prstGeom prst="ellipse">
              <a:avLst/>
            </a:prstGeom>
            <a:solidFill>
              <a:schemeClr val="accent1"/>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sp>
          <p:nvSpPr>
            <p:cNvPr id="81" name="Ellipse 80" descr="dekorative Elemente">
              <a:extLst>
                <a:ext uri="{FF2B5EF4-FFF2-40B4-BE49-F238E27FC236}">
                  <a16:creationId xmlns:a16="http://schemas.microsoft.com/office/drawing/2014/main" id="{77DCC7F2-F5DB-4E70-B0E1-55DDA1B9BB5A}"/>
                </a:ext>
              </a:extLst>
            </p:cNvPr>
            <p:cNvSpPr/>
            <p:nvPr/>
          </p:nvSpPr>
          <p:spPr>
            <a:xfrm>
              <a:off x="4843871" y="2773999"/>
              <a:ext cx="529200" cy="529200"/>
            </a:xfrm>
            <a:prstGeom prst="ellipse">
              <a:avLst/>
            </a:prstGeom>
            <a:solidFill>
              <a:schemeClr val="accent1"/>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grpSp>
      <p:grpSp>
        <p:nvGrpSpPr>
          <p:cNvPr id="71" name="Gruppieren 70">
            <a:extLst>
              <a:ext uri="{FF2B5EF4-FFF2-40B4-BE49-F238E27FC236}">
                <a16:creationId xmlns:a16="http://schemas.microsoft.com/office/drawing/2014/main" id="{C4574392-00CD-491C-808D-97A3B5E2B7F6}"/>
              </a:ext>
            </a:extLst>
          </p:cNvPr>
          <p:cNvGrpSpPr/>
          <p:nvPr/>
        </p:nvGrpSpPr>
        <p:grpSpPr>
          <a:xfrm>
            <a:off x="232067" y="1609267"/>
            <a:ext cx="6677853" cy="4174248"/>
            <a:chOff x="232067" y="1609267"/>
            <a:chExt cx="6677853" cy="4174248"/>
          </a:xfrm>
        </p:grpSpPr>
        <p:sp>
          <p:nvSpPr>
            <p:cNvPr id="57" name="Textplatzhalter 19">
              <a:extLst>
                <a:ext uri="{FF2B5EF4-FFF2-40B4-BE49-F238E27FC236}">
                  <a16:creationId xmlns:a16="http://schemas.microsoft.com/office/drawing/2014/main" id="{0EE7902B-93D2-48DA-96DF-612C09C146BF}"/>
                </a:ext>
              </a:extLst>
            </p:cNvPr>
            <p:cNvSpPr txBox="1">
              <a:spLocks/>
            </p:cNvSpPr>
            <p:nvPr/>
          </p:nvSpPr>
          <p:spPr>
            <a:xfrm>
              <a:off x="232067" y="1630247"/>
              <a:ext cx="836127" cy="511928"/>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38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rtl="0"/>
              <a:r>
                <a:rPr lang="de-DE" dirty="0"/>
                <a:t>1,5</a:t>
              </a:r>
            </a:p>
          </p:txBody>
        </p:sp>
        <p:sp>
          <p:nvSpPr>
            <p:cNvPr id="58" name="Textplatzhalter 19">
              <a:extLst>
                <a:ext uri="{FF2B5EF4-FFF2-40B4-BE49-F238E27FC236}">
                  <a16:creationId xmlns:a16="http://schemas.microsoft.com/office/drawing/2014/main" id="{C8C8845D-BBAF-4DBE-A469-86A86C60685C}"/>
                </a:ext>
              </a:extLst>
            </p:cNvPr>
            <p:cNvSpPr txBox="1">
              <a:spLocks/>
            </p:cNvSpPr>
            <p:nvPr/>
          </p:nvSpPr>
          <p:spPr>
            <a:xfrm>
              <a:off x="1068194" y="1630247"/>
              <a:ext cx="827381" cy="511928"/>
            </a:xfrm>
            <a:prstGeom prst="rect">
              <a:avLst/>
            </a:prstGeom>
            <a:noFill/>
          </p:spPr>
          <p:txBody>
            <a:bodyPr lIns="0" tIns="5400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solidFill>
                    <a:schemeClr val="bg1"/>
                  </a:solidFill>
                </a:rPr>
                <a:t>Millionen</a:t>
              </a:r>
              <a:br>
                <a:rPr lang="de-DE" dirty="0"/>
              </a:br>
              <a:r>
                <a:rPr lang="de-DE" dirty="0"/>
                <a:t>Infizierte Weltweit</a:t>
              </a:r>
            </a:p>
          </p:txBody>
        </p:sp>
        <p:sp>
          <p:nvSpPr>
            <p:cNvPr id="64" name="Textplatzhalter 19">
              <a:extLst>
                <a:ext uri="{FF2B5EF4-FFF2-40B4-BE49-F238E27FC236}">
                  <a16:creationId xmlns:a16="http://schemas.microsoft.com/office/drawing/2014/main" id="{7014ED3D-D123-4D88-8470-8C5C8F92EC2C}"/>
                </a:ext>
              </a:extLst>
            </p:cNvPr>
            <p:cNvSpPr txBox="1">
              <a:spLocks/>
            </p:cNvSpPr>
            <p:nvPr/>
          </p:nvSpPr>
          <p:spPr>
            <a:xfrm>
              <a:off x="1277272" y="5224300"/>
              <a:ext cx="1076297" cy="511928"/>
            </a:xfrm>
            <a:prstGeom prst="rect">
              <a:avLst/>
            </a:prstGeom>
            <a:noFill/>
          </p:spPr>
          <p:txBody>
            <a:bodyPr lIns="0" tIns="5400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solidFill>
                    <a:schemeClr val="bg1"/>
                  </a:solidFill>
                </a:rPr>
                <a:t>Tausend</a:t>
              </a:r>
              <a:br>
                <a:rPr lang="de-DE" dirty="0"/>
              </a:br>
              <a:r>
                <a:rPr lang="de-DE" dirty="0"/>
                <a:t>infizierte in Deutschland</a:t>
              </a:r>
            </a:p>
          </p:txBody>
        </p:sp>
        <p:sp>
          <p:nvSpPr>
            <p:cNvPr id="69" name="Textplatzhalter 19">
              <a:extLst>
                <a:ext uri="{FF2B5EF4-FFF2-40B4-BE49-F238E27FC236}">
                  <a16:creationId xmlns:a16="http://schemas.microsoft.com/office/drawing/2014/main" id="{0544D927-BB91-4B93-A29C-C63BED33596E}"/>
                </a:ext>
              </a:extLst>
            </p:cNvPr>
            <p:cNvSpPr txBox="1">
              <a:spLocks/>
            </p:cNvSpPr>
            <p:nvPr/>
          </p:nvSpPr>
          <p:spPr>
            <a:xfrm>
              <a:off x="5078502" y="1609267"/>
              <a:ext cx="1831418" cy="511928"/>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38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299</a:t>
              </a:r>
            </a:p>
          </p:txBody>
        </p:sp>
        <p:sp>
          <p:nvSpPr>
            <p:cNvPr id="70" name="Textplatzhalter 19">
              <a:extLst>
                <a:ext uri="{FF2B5EF4-FFF2-40B4-BE49-F238E27FC236}">
                  <a16:creationId xmlns:a16="http://schemas.microsoft.com/office/drawing/2014/main" id="{3BAE8711-DBE1-4450-BBC9-CCF2FCB4E3A3}"/>
                </a:ext>
              </a:extLst>
            </p:cNvPr>
            <p:cNvSpPr txBox="1">
              <a:spLocks/>
            </p:cNvSpPr>
            <p:nvPr/>
          </p:nvSpPr>
          <p:spPr>
            <a:xfrm>
              <a:off x="6004039" y="1630914"/>
              <a:ext cx="621893" cy="511928"/>
            </a:xfrm>
            <a:prstGeom prst="rect">
              <a:avLst/>
            </a:prstGeom>
            <a:noFill/>
          </p:spPr>
          <p:txBody>
            <a:bodyPr lIns="0" tIns="5400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solidFill>
                    <a:schemeClr val="bg1"/>
                  </a:solidFill>
                </a:rPr>
                <a:t>Tausend</a:t>
              </a:r>
              <a:br>
                <a:rPr lang="de-DE" dirty="0"/>
              </a:br>
              <a:r>
                <a:rPr lang="de-DE" dirty="0"/>
                <a:t>geheilte Weltweit</a:t>
              </a:r>
            </a:p>
          </p:txBody>
        </p:sp>
        <p:sp>
          <p:nvSpPr>
            <p:cNvPr id="67" name="Textplatzhalter 19">
              <a:extLst>
                <a:ext uri="{FF2B5EF4-FFF2-40B4-BE49-F238E27FC236}">
                  <a16:creationId xmlns:a16="http://schemas.microsoft.com/office/drawing/2014/main" id="{DA8DDA54-2E05-4D48-B95A-C9C2777C390A}"/>
                </a:ext>
              </a:extLst>
            </p:cNvPr>
            <p:cNvSpPr txBox="1">
              <a:spLocks/>
            </p:cNvSpPr>
            <p:nvPr/>
          </p:nvSpPr>
          <p:spPr>
            <a:xfrm>
              <a:off x="2841253" y="1647095"/>
              <a:ext cx="1556677" cy="511928"/>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38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81.259</a:t>
              </a:r>
            </a:p>
          </p:txBody>
        </p:sp>
        <p:sp>
          <p:nvSpPr>
            <p:cNvPr id="68" name="Textplatzhalter 10">
              <a:extLst>
                <a:ext uri="{FF2B5EF4-FFF2-40B4-BE49-F238E27FC236}">
                  <a16:creationId xmlns:a16="http://schemas.microsoft.com/office/drawing/2014/main" id="{862F9E95-1044-4FC6-9560-B3913C56EE09}"/>
                </a:ext>
              </a:extLst>
            </p:cNvPr>
            <p:cNvSpPr txBox="1">
              <a:spLocks/>
            </p:cNvSpPr>
            <p:nvPr/>
          </p:nvSpPr>
          <p:spPr>
            <a:xfrm>
              <a:off x="4407995" y="1627839"/>
              <a:ext cx="557129" cy="511928"/>
            </a:xfrm>
            <a:prstGeom prst="rect">
              <a:avLst/>
            </a:prstGeom>
            <a:noFill/>
          </p:spPr>
          <p:txBody>
            <a:bodyPr lIns="0" tIns="5400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solidFill>
                    <a:schemeClr val="bg1"/>
                  </a:solidFill>
                </a:rPr>
                <a:t>Tote</a:t>
              </a:r>
              <a:br>
                <a:rPr lang="de-DE" dirty="0"/>
              </a:br>
              <a:r>
                <a:rPr lang="de-DE" dirty="0"/>
                <a:t>Weltweit</a:t>
              </a:r>
            </a:p>
          </p:txBody>
        </p:sp>
        <p:sp>
          <p:nvSpPr>
            <p:cNvPr id="65" name="Textplatzhalter 19">
              <a:extLst>
                <a:ext uri="{FF2B5EF4-FFF2-40B4-BE49-F238E27FC236}">
                  <a16:creationId xmlns:a16="http://schemas.microsoft.com/office/drawing/2014/main" id="{E27E1CCD-3526-4F43-A0C8-B6172DAEE1B0}"/>
                </a:ext>
              </a:extLst>
            </p:cNvPr>
            <p:cNvSpPr txBox="1">
              <a:spLocks/>
            </p:cNvSpPr>
            <p:nvPr/>
          </p:nvSpPr>
          <p:spPr>
            <a:xfrm>
              <a:off x="2910837" y="5231021"/>
              <a:ext cx="1204547" cy="511928"/>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38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2.000</a:t>
              </a:r>
            </a:p>
          </p:txBody>
        </p:sp>
        <p:sp>
          <p:nvSpPr>
            <p:cNvPr id="66" name="Textplatzhalter 19">
              <a:extLst>
                <a:ext uri="{FF2B5EF4-FFF2-40B4-BE49-F238E27FC236}">
                  <a16:creationId xmlns:a16="http://schemas.microsoft.com/office/drawing/2014/main" id="{9CBBD6E8-143A-49F0-AAAC-A9F50BFAE1FB}"/>
                </a:ext>
              </a:extLst>
            </p:cNvPr>
            <p:cNvSpPr txBox="1">
              <a:spLocks/>
            </p:cNvSpPr>
            <p:nvPr/>
          </p:nvSpPr>
          <p:spPr>
            <a:xfrm>
              <a:off x="4148731" y="5223257"/>
              <a:ext cx="695139" cy="511928"/>
            </a:xfrm>
            <a:prstGeom prst="rect">
              <a:avLst/>
            </a:prstGeom>
            <a:noFill/>
          </p:spPr>
          <p:txBody>
            <a:bodyPr lIns="0" tIns="5400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950" kern="1200">
                  <a:solidFill>
                    <a:schemeClr val="accent1">
                      <a:lumMod val="60000"/>
                      <a:lumOff val="4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solidFill>
                    <a:schemeClr val="bg1"/>
                  </a:solidFill>
                </a:rPr>
                <a:t>Tote</a:t>
              </a:r>
              <a:br>
                <a:rPr lang="de-DE" dirty="0"/>
              </a:br>
              <a:r>
                <a:rPr lang="de-DE" dirty="0"/>
                <a:t>in Deutschland</a:t>
              </a:r>
            </a:p>
          </p:txBody>
        </p:sp>
        <p:sp>
          <p:nvSpPr>
            <p:cNvPr id="56" name="Textplatzhalter 181">
              <a:extLst>
                <a:ext uri="{FF2B5EF4-FFF2-40B4-BE49-F238E27FC236}">
                  <a16:creationId xmlns:a16="http://schemas.microsoft.com/office/drawing/2014/main" id="{3B047788-9896-4519-8279-52ABFCA9E3B8}"/>
                </a:ext>
              </a:extLst>
            </p:cNvPr>
            <p:cNvSpPr txBox="1">
              <a:spLocks/>
            </p:cNvSpPr>
            <p:nvPr/>
          </p:nvSpPr>
          <p:spPr>
            <a:xfrm>
              <a:off x="5478103" y="4653115"/>
              <a:ext cx="1130400" cy="1130400"/>
            </a:xfrm>
            <a:prstGeom prst="ellipse">
              <a:avLst/>
            </a:prstGeom>
            <a:ln w="25400">
              <a:solidFill>
                <a:schemeClr val="accent1"/>
              </a:solidFill>
            </a:ln>
          </p:spPr>
          <p:txBody>
            <a:bodyPr lIns="0" tIns="0" rIns="0" bIns="0" rtlCol="0" anchor="ctr" anchorCtr="0">
              <a:normAutofit/>
            </a:bodyPr>
            <a:lstStyle>
              <a:lvl1pPr marL="0" indent="0" algn="ctr" defTabSz="685800" rtl="0" eaLnBrk="1" latinLnBrk="0" hangingPunct="1">
                <a:lnSpc>
                  <a:spcPct val="90000"/>
                </a:lnSpc>
                <a:spcBef>
                  <a:spcPts val="0"/>
                </a:spcBef>
                <a:buFont typeface="Arial" panose="020B0604020202020204" pitchFamily="34" charset="0"/>
                <a:buNone/>
                <a:defRPr sz="1850" b="1"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Narrow" panose="020B06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Narrow" panose="020B06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Narrow" panose="020B06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Narrow" panose="020B06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Stand: 8.4.2020 00:30</a:t>
              </a:r>
            </a:p>
          </p:txBody>
        </p:sp>
        <p:sp>
          <p:nvSpPr>
            <p:cNvPr id="48" name="Bildplatzhalter 48" descr="Daumen hoch-Symbol">
              <a:extLst>
                <a:ext uri="{FF2B5EF4-FFF2-40B4-BE49-F238E27FC236}">
                  <a16:creationId xmlns:a16="http://schemas.microsoft.com/office/drawing/2014/main" id="{18E59CD9-FD5B-4D90-A991-8BE2449BF36F}"/>
                </a:ext>
              </a:extLst>
            </p:cNvPr>
            <p:cNvSpPr txBox="1">
              <a:spLocks/>
            </p:cNvSpPr>
            <p:nvPr/>
          </p:nvSpPr>
          <p:spPr>
            <a:xfrm>
              <a:off x="1416208" y="2742902"/>
              <a:ext cx="386165" cy="386165"/>
            </a:xfrm>
            <a:prstGeom prst="ellipse">
              <a:avLst/>
            </a:prstGeom>
          </p:spPr>
          <p:txBody>
            <a:bodyPr lIns="0" tIns="0" rIns="0" bIns="0" rtlCol="0" anchor="ctr" anchorCtr="0">
              <a:normAutofit/>
            </a:bodyPr>
            <a:lstStyle>
              <a:lvl1pPr marL="0" indent="0" algn="ctr" defTabSz="685800" rtl="0" eaLnBrk="1" latinLnBrk="0" hangingPunct="1">
                <a:lnSpc>
                  <a:spcPct val="90000"/>
                </a:lnSpc>
                <a:spcBef>
                  <a:spcPts val="750"/>
                </a:spcBef>
                <a:buFont typeface="Arial" panose="020B0604020202020204" pitchFamily="34" charset="0"/>
                <a:buNone/>
                <a:defRPr sz="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endParaRPr lang="de-DE" dirty="0"/>
            </a:p>
          </p:txBody>
        </p:sp>
        <p:sp>
          <p:nvSpPr>
            <p:cNvPr id="52" name="Bildplatzhalter 48" descr="E-Mail-Symbol">
              <a:extLst>
                <a:ext uri="{FF2B5EF4-FFF2-40B4-BE49-F238E27FC236}">
                  <a16:creationId xmlns:a16="http://schemas.microsoft.com/office/drawing/2014/main" id="{A2AB63E4-F858-4F2E-9AA6-83CBE42C4FA0}"/>
                </a:ext>
              </a:extLst>
            </p:cNvPr>
            <p:cNvSpPr txBox="1">
              <a:spLocks/>
            </p:cNvSpPr>
            <p:nvPr/>
          </p:nvSpPr>
          <p:spPr>
            <a:xfrm>
              <a:off x="4677392" y="4202365"/>
              <a:ext cx="386165" cy="386165"/>
            </a:xfrm>
            <a:prstGeom prst="ellipse">
              <a:avLst/>
            </a:prstGeom>
          </p:spPr>
          <p:txBody>
            <a:bodyPr lIns="0" tIns="0" rIns="0" bIns="0" rtlCol="0" anchor="ctr" anchorCtr="0">
              <a:normAutofit/>
            </a:bodyPr>
            <a:lstStyle>
              <a:lvl1pPr marL="0" indent="0" algn="ctr" defTabSz="685800" rtl="0" eaLnBrk="1" latinLnBrk="0" hangingPunct="1">
                <a:lnSpc>
                  <a:spcPct val="90000"/>
                </a:lnSpc>
                <a:spcBef>
                  <a:spcPts val="750"/>
                </a:spcBef>
                <a:buFont typeface="Arial" panose="020B0604020202020204" pitchFamily="34" charset="0"/>
                <a:buNone/>
                <a:defRPr sz="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endParaRPr lang="de-DE" dirty="0"/>
            </a:p>
          </p:txBody>
        </p:sp>
        <p:sp>
          <p:nvSpPr>
            <p:cNvPr id="54" name="Bildplatzhalter 48" descr="Lupensymbol">
              <a:extLst>
                <a:ext uri="{FF2B5EF4-FFF2-40B4-BE49-F238E27FC236}">
                  <a16:creationId xmlns:a16="http://schemas.microsoft.com/office/drawing/2014/main" id="{FD610947-524F-4B5F-BBDD-A1F9139C99AE}"/>
                </a:ext>
              </a:extLst>
            </p:cNvPr>
            <p:cNvSpPr txBox="1">
              <a:spLocks/>
            </p:cNvSpPr>
            <p:nvPr/>
          </p:nvSpPr>
          <p:spPr>
            <a:xfrm>
              <a:off x="3513111" y="2522883"/>
              <a:ext cx="386165" cy="386165"/>
            </a:xfrm>
            <a:prstGeom prst="ellipse">
              <a:avLst/>
            </a:prstGeom>
            <a:blipFill>
              <a:blip r:embed="rId15">
                <a:extLst>
                  <a:ext uri="{96DAC541-7B7A-43D3-8B79-37D633B846F1}">
                    <asvg:svgBlip xmlns:asvg="http://schemas.microsoft.com/office/drawing/2016/SVG/main" r:embed="rId16"/>
                  </a:ext>
                </a:extLst>
              </a:blip>
              <a:srcRect/>
              <a:stretch>
                <a:fillRect l="17116" t="16888" r="13222" b="16477"/>
              </a:stretch>
            </a:blipFill>
          </p:spPr>
          <p:txBody>
            <a:bodyPr lIns="0" tIns="0" rIns="0" bIns="0" rtlCol="0" anchor="ctr" anchorCtr="0">
              <a:normAutofit/>
            </a:bodyPr>
            <a:lstStyle>
              <a:lvl1pPr marL="0" indent="0" algn="ctr" defTabSz="685800" rtl="0" eaLnBrk="1" latinLnBrk="0" hangingPunct="1">
                <a:lnSpc>
                  <a:spcPct val="90000"/>
                </a:lnSpc>
                <a:spcBef>
                  <a:spcPts val="750"/>
                </a:spcBef>
                <a:buFont typeface="Arial" panose="020B0604020202020204" pitchFamily="34" charset="0"/>
                <a:buNone/>
                <a:defRPr sz="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endParaRPr lang="de-DE" dirty="0"/>
            </a:p>
          </p:txBody>
        </p:sp>
      </p:grpSp>
      <p:sp>
        <p:nvSpPr>
          <p:cNvPr id="83" name="Textplatzhalter 19">
            <a:extLst>
              <a:ext uri="{FF2B5EF4-FFF2-40B4-BE49-F238E27FC236}">
                <a16:creationId xmlns:a16="http://schemas.microsoft.com/office/drawing/2014/main" id="{032B4E25-9FCE-41BE-889D-12A74033A508}"/>
              </a:ext>
            </a:extLst>
          </p:cNvPr>
          <p:cNvSpPr txBox="1">
            <a:spLocks/>
          </p:cNvSpPr>
          <p:nvPr/>
        </p:nvSpPr>
        <p:spPr>
          <a:xfrm>
            <a:off x="475603" y="5213686"/>
            <a:ext cx="839714" cy="511928"/>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38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dirty="0"/>
              <a:t>100</a:t>
            </a:r>
          </a:p>
        </p:txBody>
      </p:sp>
      <p:pic>
        <p:nvPicPr>
          <p:cNvPr id="84" name="Grafik 83" descr="Arzt">
            <a:extLst>
              <a:ext uri="{FF2B5EF4-FFF2-40B4-BE49-F238E27FC236}">
                <a16:creationId xmlns:a16="http://schemas.microsoft.com/office/drawing/2014/main" id="{9B02EF20-A9EA-41DE-8D25-7AE539AA23B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00858" y="2655472"/>
            <a:ext cx="589782" cy="589782"/>
          </a:xfrm>
          <a:prstGeom prst="rect">
            <a:avLst/>
          </a:prstGeom>
        </p:spPr>
      </p:pic>
      <p:pic>
        <p:nvPicPr>
          <p:cNvPr id="86" name="Grafik 85" descr="Thermometer">
            <a:extLst>
              <a:ext uri="{FF2B5EF4-FFF2-40B4-BE49-F238E27FC236}">
                <a16:creationId xmlns:a16="http://schemas.microsoft.com/office/drawing/2014/main" id="{A3681C8D-13CE-414E-B5A8-79B038D48B8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82731" y="4157640"/>
            <a:ext cx="556702" cy="556702"/>
          </a:xfrm>
          <a:prstGeom prst="rect">
            <a:avLst/>
          </a:prstGeom>
        </p:spPr>
      </p:pic>
      <p:sp>
        <p:nvSpPr>
          <p:cNvPr id="59" name="Textplatzhalter 19">
            <a:extLst>
              <a:ext uri="{FF2B5EF4-FFF2-40B4-BE49-F238E27FC236}">
                <a16:creationId xmlns:a16="http://schemas.microsoft.com/office/drawing/2014/main" id="{4488A384-9629-469E-A85E-CDEE9273145F}"/>
              </a:ext>
            </a:extLst>
          </p:cNvPr>
          <p:cNvSpPr txBox="1">
            <a:spLocks/>
          </p:cNvSpPr>
          <p:nvPr/>
        </p:nvSpPr>
        <p:spPr>
          <a:xfrm>
            <a:off x="216812" y="8035324"/>
            <a:ext cx="2180822" cy="616925"/>
          </a:xfrm>
          <a:prstGeom prst="rect">
            <a:avLst/>
          </a:prstGeom>
          <a:noFill/>
        </p:spPr>
        <p:txBody>
          <a:bodyPr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2400" b="1" kern="1200">
                <a:solidFill>
                  <a:schemeClr val="accent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rtl="0"/>
            <a:r>
              <a:rPr lang="de-DE" sz="2000" kern="1000" dirty="0"/>
              <a:t>Bleibt zuhause und trefft nie mehr als zwei Personen!!!</a:t>
            </a:r>
          </a:p>
        </p:txBody>
      </p:sp>
    </p:spTree>
    <p:extLst>
      <p:ext uri="{BB962C8B-B14F-4D97-AF65-F5344CB8AC3E}">
        <p14:creationId xmlns:p14="http://schemas.microsoft.com/office/powerpoint/2010/main" val="1945047045"/>
      </p:ext>
    </p:extLst>
  </p:cSld>
  <p:clrMapOvr>
    <a:masterClrMapping/>
  </p:clrMapOvr>
</p:sld>
</file>

<file path=ppt/theme/theme1.xml><?xml version="1.0" encoding="utf-8"?>
<a:theme xmlns:a="http://schemas.openxmlformats.org/drawingml/2006/main" name="InfographicsPoster_Tech_v1_mo">
  <a:themeElements>
    <a:clrScheme name="Custom 19">
      <a:dk1>
        <a:srgbClr val="0071BC"/>
      </a:dk1>
      <a:lt1>
        <a:srgbClr val="FFFFFF"/>
      </a:lt1>
      <a:dk2>
        <a:srgbClr val="191E28"/>
      </a:dk2>
      <a:lt2>
        <a:srgbClr val="F7931E"/>
      </a:lt2>
      <a:accent1>
        <a:srgbClr val="29ABE2"/>
      </a:accent1>
      <a:accent2>
        <a:srgbClr val="1B1464"/>
      </a:accent2>
      <a:accent3>
        <a:srgbClr val="F15A24"/>
      </a:accent3>
      <a:accent4>
        <a:srgbClr val="ED1C24"/>
      </a:accent4>
      <a:accent5>
        <a:srgbClr val="8CC63F"/>
      </a:accent5>
      <a:accent6>
        <a:srgbClr val="D4145A"/>
      </a:accent6>
      <a:hlink>
        <a:srgbClr val="29ABE2"/>
      </a:hlink>
      <a:folHlink>
        <a:srgbClr val="29ABE2"/>
      </a:folHlink>
    </a:clrScheme>
    <a:fontScheme name="Custom 10">
      <a:majorFont>
        <a:latin typeface="Tahoma"/>
        <a:ea typeface=""/>
        <a:cs typeface=""/>
      </a:majorFont>
      <a:minorFont>
        <a:latin typeface="Arial Narrow"/>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4308143_TF89753508.potx" id="{C6A6D1BD-A095-440C-8C46-34AA7F3AB9FB}" vid="{E6FA15AB-CA94-485E-877C-AE595876DB73}"/>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CA591A-B9FA-47BD-A1F6-0A218B01BC5E}">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BC39D06-EEDE-42A2-B3BB-C660DC8711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143643-2CC1-40E8-8F96-3A622E5C87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Poster mit Technologie-Infografiken</Template>
  <TotalTime>0</TotalTime>
  <Words>265</Words>
  <Application>Microsoft Office PowerPoint</Application>
  <PresentationFormat>Bildschirmpräsentation (4:3)</PresentationFormat>
  <Paragraphs>26</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Arial Narrow</vt:lpstr>
      <vt:lpstr>Calibri</vt:lpstr>
      <vt:lpstr>Tahoma</vt:lpstr>
      <vt:lpstr>InfographicsPoster_Tech_v1_mo</vt:lpstr>
      <vt:lpstr>CORONA VIRUS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2020-04-07T21:59:09Z</dcterms:created>
  <dcterms:modified xsi:type="dcterms:W3CDTF">2020-04-08T10:28:10Z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
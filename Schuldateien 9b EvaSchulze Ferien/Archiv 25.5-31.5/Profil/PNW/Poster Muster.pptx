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257" r:id="rId2"/>
  </p:sldIdLst>
  <p:sldSz cx="30279975" cy="42808525"/>
  <p:notesSz cx="7112000" cy="10248900"/>
  <p:defaultTextStyle>
    <a:defPPr>
      <a:defRPr lang="de-DE"/>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3">
          <p15:clr>
            <a:srgbClr val="A4A3A4"/>
          </p15:clr>
        </p15:guide>
        <p15:guide id="2" pos="95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C92FA"/>
    <a:srgbClr val="D4B86A"/>
    <a:srgbClr val="FF8E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8524" autoAdjust="0"/>
    <p:restoredTop sz="50000" autoAdjust="0"/>
  </p:normalViewPr>
  <p:slideViewPr>
    <p:cSldViewPr>
      <p:cViewPr>
        <p:scale>
          <a:sx n="30" d="100"/>
          <a:sy n="30" d="100"/>
        </p:scale>
        <p:origin x="2184" y="144"/>
      </p:cViewPr>
      <p:guideLst>
        <p:guide orient="horz" pos="13483"/>
        <p:guide pos="953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1"/>
            <a:ext cx="3081134" cy="512937"/>
          </a:xfrm>
          <a:prstGeom prst="rect">
            <a:avLst/>
          </a:prstGeom>
        </p:spPr>
        <p:txBody>
          <a:bodyPr vert="horz" lIns="93071" tIns="46535" rIns="93071" bIns="46535" rtlCol="0"/>
          <a:lstStyle>
            <a:lvl1pPr algn="l">
              <a:defRPr sz="1300"/>
            </a:lvl1pPr>
          </a:lstStyle>
          <a:p>
            <a:endParaRPr lang="de-DE" dirty="0"/>
          </a:p>
        </p:txBody>
      </p:sp>
      <p:sp>
        <p:nvSpPr>
          <p:cNvPr id="3" name="Datumsplatzhalter 2"/>
          <p:cNvSpPr>
            <a:spLocks noGrp="1"/>
          </p:cNvSpPr>
          <p:nvPr>
            <p:ph type="dt" sz="quarter" idx="1"/>
          </p:nvPr>
        </p:nvSpPr>
        <p:spPr>
          <a:xfrm>
            <a:off x="4029176" y="1"/>
            <a:ext cx="3081134" cy="512937"/>
          </a:xfrm>
          <a:prstGeom prst="rect">
            <a:avLst/>
          </a:prstGeom>
        </p:spPr>
        <p:txBody>
          <a:bodyPr vert="horz" lIns="93071" tIns="46535" rIns="93071" bIns="46535" rtlCol="0"/>
          <a:lstStyle>
            <a:lvl1pPr algn="r">
              <a:defRPr sz="1300"/>
            </a:lvl1pPr>
          </a:lstStyle>
          <a:p>
            <a:fld id="{72F998BB-4716-458C-9FAF-DD673BDB96D5}" type="datetimeFigureOut">
              <a:rPr lang="de-DE" smtClean="0"/>
              <a:pPr/>
              <a:t>20.05.20</a:t>
            </a:fld>
            <a:endParaRPr lang="de-DE" dirty="0"/>
          </a:p>
        </p:txBody>
      </p:sp>
      <p:sp>
        <p:nvSpPr>
          <p:cNvPr id="4" name="Fußzeilenplatzhalter 3"/>
          <p:cNvSpPr>
            <a:spLocks noGrp="1"/>
          </p:cNvSpPr>
          <p:nvPr>
            <p:ph type="ftr" sz="quarter" idx="2"/>
          </p:nvPr>
        </p:nvSpPr>
        <p:spPr>
          <a:xfrm>
            <a:off x="2" y="9734326"/>
            <a:ext cx="3081134" cy="512937"/>
          </a:xfrm>
          <a:prstGeom prst="rect">
            <a:avLst/>
          </a:prstGeom>
        </p:spPr>
        <p:txBody>
          <a:bodyPr vert="horz" lIns="93071" tIns="46535" rIns="93071" bIns="46535" rtlCol="0" anchor="b"/>
          <a:lstStyle>
            <a:lvl1pPr algn="l">
              <a:defRPr sz="1300"/>
            </a:lvl1pPr>
          </a:lstStyle>
          <a:p>
            <a:endParaRPr lang="de-DE" dirty="0"/>
          </a:p>
        </p:txBody>
      </p:sp>
      <p:sp>
        <p:nvSpPr>
          <p:cNvPr id="5" name="Foliennummernplatzhalter 4"/>
          <p:cNvSpPr>
            <a:spLocks noGrp="1"/>
          </p:cNvSpPr>
          <p:nvPr>
            <p:ph type="sldNum" sz="quarter" idx="3"/>
          </p:nvPr>
        </p:nvSpPr>
        <p:spPr>
          <a:xfrm>
            <a:off x="4029176" y="9734326"/>
            <a:ext cx="3081134" cy="512937"/>
          </a:xfrm>
          <a:prstGeom prst="rect">
            <a:avLst/>
          </a:prstGeom>
        </p:spPr>
        <p:txBody>
          <a:bodyPr vert="horz" lIns="93071" tIns="46535" rIns="93071" bIns="46535" rtlCol="0" anchor="b"/>
          <a:lstStyle>
            <a:lvl1pPr algn="r">
              <a:defRPr sz="1300"/>
            </a:lvl1pPr>
          </a:lstStyle>
          <a:p>
            <a:fld id="{6104B193-2E70-461B-918E-A40264189FF6}" type="slidenum">
              <a:rPr lang="de-DE" smtClean="0"/>
              <a:pPr/>
              <a:t>‹#›</a:t>
            </a:fld>
            <a:endParaRPr lang="de-DE" dirty="0"/>
          </a:p>
        </p:txBody>
      </p:sp>
    </p:spTree>
    <p:extLst>
      <p:ext uri="{BB962C8B-B14F-4D97-AF65-F5344CB8AC3E}">
        <p14:creationId xmlns:p14="http://schemas.microsoft.com/office/powerpoint/2010/main" val="39846939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81338" cy="51435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4029075" y="0"/>
            <a:ext cx="3081338" cy="514350"/>
          </a:xfrm>
          <a:prstGeom prst="rect">
            <a:avLst/>
          </a:prstGeom>
        </p:spPr>
        <p:txBody>
          <a:bodyPr vert="horz" lIns="91440" tIns="45720" rIns="91440" bIns="45720" rtlCol="0"/>
          <a:lstStyle>
            <a:lvl1pPr algn="r">
              <a:defRPr sz="1200"/>
            </a:lvl1pPr>
          </a:lstStyle>
          <a:p>
            <a:fld id="{D3143451-0962-48B6-892D-719C76FD7A9A}" type="datetimeFigureOut">
              <a:rPr lang="de-DE" smtClean="0"/>
              <a:t>20.05.20</a:t>
            </a:fld>
            <a:endParaRPr lang="de-DE"/>
          </a:p>
        </p:txBody>
      </p:sp>
      <p:sp>
        <p:nvSpPr>
          <p:cNvPr id="4" name="Folienbildplatzhalter 3"/>
          <p:cNvSpPr>
            <a:spLocks noGrp="1" noRot="1" noChangeAspect="1"/>
          </p:cNvSpPr>
          <p:nvPr>
            <p:ph type="sldImg" idx="2"/>
          </p:nvPr>
        </p:nvSpPr>
        <p:spPr>
          <a:xfrm>
            <a:off x="2332038" y="1281113"/>
            <a:ext cx="2447925" cy="3459162"/>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711200" y="4932363"/>
            <a:ext cx="5689600" cy="4035425"/>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734550"/>
            <a:ext cx="3081338" cy="51435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4029075" y="9734550"/>
            <a:ext cx="3081338" cy="514350"/>
          </a:xfrm>
          <a:prstGeom prst="rect">
            <a:avLst/>
          </a:prstGeom>
        </p:spPr>
        <p:txBody>
          <a:bodyPr vert="horz" lIns="91440" tIns="45720" rIns="91440" bIns="45720" rtlCol="0" anchor="b"/>
          <a:lstStyle>
            <a:lvl1pPr algn="r">
              <a:defRPr sz="1200"/>
            </a:lvl1pPr>
          </a:lstStyle>
          <a:p>
            <a:fld id="{62322834-6FD5-405D-8AEE-6CE4034F1EF4}" type="slidenum">
              <a:rPr lang="de-DE" smtClean="0"/>
              <a:t>‹#›</a:t>
            </a:fld>
            <a:endParaRPr lang="de-DE"/>
          </a:p>
        </p:txBody>
      </p:sp>
    </p:spTree>
    <p:extLst>
      <p:ext uri="{BB962C8B-B14F-4D97-AF65-F5344CB8AC3E}">
        <p14:creationId xmlns:p14="http://schemas.microsoft.com/office/powerpoint/2010/main" val="1049305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fld id="{62322834-6FD5-405D-8AEE-6CE4034F1EF4}" type="slidenum">
              <a:rPr lang="de-DE" smtClean="0"/>
              <a:t>1</a:t>
            </a:fld>
            <a:endParaRPr lang="de-DE"/>
          </a:p>
        </p:txBody>
      </p:sp>
    </p:spTree>
    <p:extLst>
      <p:ext uri="{BB962C8B-B14F-4D97-AF65-F5344CB8AC3E}">
        <p14:creationId xmlns:p14="http://schemas.microsoft.com/office/powerpoint/2010/main" val="2431744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2270998" y="13298398"/>
            <a:ext cx="25737979" cy="9176085"/>
          </a:xfrm>
        </p:spPr>
        <p:txBody>
          <a:bodyPr/>
          <a:lstStyle/>
          <a:p>
            <a:r>
              <a:rPr lang="de-DE"/>
              <a:t>Titelmasterformat durch Klicken bearbeiten</a:t>
            </a:r>
          </a:p>
        </p:txBody>
      </p:sp>
      <p:sp>
        <p:nvSpPr>
          <p:cNvPr id="3" name="Untertitel 2"/>
          <p:cNvSpPr>
            <a:spLocks noGrp="1"/>
          </p:cNvSpPr>
          <p:nvPr>
            <p:ph type="subTitle" idx="1"/>
          </p:nvPr>
        </p:nvSpPr>
        <p:spPr>
          <a:xfrm>
            <a:off x="4541996" y="24258164"/>
            <a:ext cx="21195983" cy="10939956"/>
          </a:xfrm>
        </p:spPr>
        <p:txBody>
          <a:bodyPr/>
          <a:lstStyle>
            <a:lvl1pPr marL="0" indent="0" algn="ctr">
              <a:buNone/>
              <a:defRPr>
                <a:solidFill>
                  <a:schemeClr val="tx1">
                    <a:tint val="75000"/>
                  </a:schemeClr>
                </a:solidFill>
              </a:defRPr>
            </a:lvl1pPr>
            <a:lvl2pPr marL="2088215" indent="0" algn="ctr">
              <a:buNone/>
              <a:defRPr>
                <a:solidFill>
                  <a:schemeClr val="tx1">
                    <a:tint val="75000"/>
                  </a:schemeClr>
                </a:solidFill>
              </a:defRPr>
            </a:lvl2pPr>
            <a:lvl3pPr marL="4176431" indent="0" algn="ctr">
              <a:buNone/>
              <a:defRPr>
                <a:solidFill>
                  <a:schemeClr val="tx1">
                    <a:tint val="75000"/>
                  </a:schemeClr>
                </a:solidFill>
              </a:defRPr>
            </a:lvl3pPr>
            <a:lvl4pPr marL="6264646" indent="0" algn="ctr">
              <a:buNone/>
              <a:defRPr>
                <a:solidFill>
                  <a:schemeClr val="tx1">
                    <a:tint val="75000"/>
                  </a:schemeClr>
                </a:solidFill>
              </a:defRPr>
            </a:lvl4pPr>
            <a:lvl5pPr marL="8352861" indent="0" algn="ctr">
              <a:buNone/>
              <a:defRPr>
                <a:solidFill>
                  <a:schemeClr val="tx1">
                    <a:tint val="75000"/>
                  </a:schemeClr>
                </a:solidFill>
              </a:defRPr>
            </a:lvl5pPr>
            <a:lvl6pPr marL="10441076" indent="0" algn="ctr">
              <a:buNone/>
              <a:defRPr>
                <a:solidFill>
                  <a:schemeClr val="tx1">
                    <a:tint val="75000"/>
                  </a:schemeClr>
                </a:solidFill>
              </a:defRPr>
            </a:lvl6pPr>
            <a:lvl7pPr marL="12529292" indent="0" algn="ctr">
              <a:buNone/>
              <a:defRPr>
                <a:solidFill>
                  <a:schemeClr val="tx1">
                    <a:tint val="75000"/>
                  </a:schemeClr>
                </a:solidFill>
              </a:defRPr>
            </a:lvl7pPr>
            <a:lvl8pPr marL="14617507" indent="0" algn="ctr">
              <a:buNone/>
              <a:defRPr>
                <a:solidFill>
                  <a:schemeClr val="tx1">
                    <a:tint val="75000"/>
                  </a:schemeClr>
                </a:solidFill>
              </a:defRPr>
            </a:lvl8pPr>
            <a:lvl9pPr marL="16705722" indent="0" algn="ctr">
              <a:buNone/>
              <a:defRPr>
                <a:solidFill>
                  <a:schemeClr val="tx1">
                    <a:tint val="75000"/>
                  </a:schemeClr>
                </a:solidFill>
              </a:defRPr>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391910" y="27508442"/>
            <a:ext cx="25737979" cy="8502249"/>
          </a:xfrm>
        </p:spPr>
        <p:txBody>
          <a:bodyPr anchor="t"/>
          <a:lstStyle>
            <a:lvl1pPr algn="l">
              <a:defRPr sz="18300" b="1" cap="all"/>
            </a:lvl1pPr>
          </a:lstStyle>
          <a:p>
            <a:r>
              <a:rPr lang="de-DE"/>
              <a:t>Titelmasterformat durch Klicken bearbeiten</a:t>
            </a:r>
          </a:p>
        </p:txBody>
      </p:sp>
      <p:sp>
        <p:nvSpPr>
          <p:cNvPr id="3" name="Textplatzhalter 2"/>
          <p:cNvSpPr>
            <a:spLocks noGrp="1"/>
          </p:cNvSpPr>
          <p:nvPr>
            <p:ph type="body" idx="1"/>
          </p:nvPr>
        </p:nvSpPr>
        <p:spPr>
          <a:xfrm>
            <a:off x="2391910" y="18144085"/>
            <a:ext cx="25737979" cy="9364360"/>
          </a:xfrm>
        </p:spPr>
        <p:txBody>
          <a:bodyPr anchor="b"/>
          <a:lstStyle>
            <a:lvl1pPr marL="0" indent="0">
              <a:buNone/>
              <a:defRPr sz="9100">
                <a:solidFill>
                  <a:schemeClr val="tx1">
                    <a:tint val="75000"/>
                  </a:schemeClr>
                </a:solidFill>
              </a:defRPr>
            </a:lvl1pPr>
            <a:lvl2pPr marL="2088215" indent="0">
              <a:buNone/>
              <a:defRPr sz="8200">
                <a:solidFill>
                  <a:schemeClr val="tx1">
                    <a:tint val="75000"/>
                  </a:schemeClr>
                </a:solidFill>
              </a:defRPr>
            </a:lvl2pPr>
            <a:lvl3pPr marL="4176431" indent="0">
              <a:buNone/>
              <a:defRPr sz="7300">
                <a:solidFill>
                  <a:schemeClr val="tx1">
                    <a:tint val="75000"/>
                  </a:schemeClr>
                </a:solidFill>
              </a:defRPr>
            </a:lvl3pPr>
            <a:lvl4pPr marL="6264646" indent="0">
              <a:buNone/>
              <a:defRPr sz="6400">
                <a:solidFill>
                  <a:schemeClr val="tx1">
                    <a:tint val="75000"/>
                  </a:schemeClr>
                </a:solidFill>
              </a:defRPr>
            </a:lvl4pPr>
            <a:lvl5pPr marL="8352861" indent="0">
              <a:buNone/>
              <a:defRPr sz="6400">
                <a:solidFill>
                  <a:schemeClr val="tx1">
                    <a:tint val="75000"/>
                  </a:schemeClr>
                </a:solidFill>
              </a:defRPr>
            </a:lvl5pPr>
            <a:lvl6pPr marL="10441076" indent="0">
              <a:buNone/>
              <a:defRPr sz="6400">
                <a:solidFill>
                  <a:schemeClr val="tx1">
                    <a:tint val="75000"/>
                  </a:schemeClr>
                </a:solidFill>
              </a:defRPr>
            </a:lvl6pPr>
            <a:lvl7pPr marL="12529292" indent="0">
              <a:buNone/>
              <a:defRPr sz="6400">
                <a:solidFill>
                  <a:schemeClr val="tx1">
                    <a:tint val="75000"/>
                  </a:schemeClr>
                </a:solidFill>
              </a:defRPr>
            </a:lvl7pPr>
            <a:lvl8pPr marL="14617507" indent="0">
              <a:buNone/>
              <a:defRPr sz="6400">
                <a:solidFill>
                  <a:schemeClr val="tx1">
                    <a:tint val="75000"/>
                  </a:schemeClr>
                </a:solidFill>
              </a:defRPr>
            </a:lvl8pPr>
            <a:lvl9pPr marL="16705722" indent="0">
              <a:buNone/>
              <a:defRPr sz="6400">
                <a:solidFill>
                  <a:schemeClr val="tx1">
                    <a:tint val="75000"/>
                  </a:schemeClr>
                </a:solidFill>
              </a:defRPr>
            </a:lvl9pPr>
          </a:lstStyle>
          <a:p>
            <a:pPr lvl="0"/>
            <a:r>
              <a:rPr lang="de-DE"/>
              <a:t>Textmasterformate durch Klicken bearbeiten</a:t>
            </a:r>
          </a:p>
        </p:txBody>
      </p:sp>
      <p:sp>
        <p:nvSpPr>
          <p:cNvPr id="4" name="Datumsplatzhalter 3"/>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1513999" y="9988663"/>
            <a:ext cx="13373656" cy="28251646"/>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15392320" y="9988663"/>
            <a:ext cx="13373656" cy="28251646"/>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6" name="Fußzeilenplatzhalter 5"/>
          <p:cNvSpPr>
            <a:spLocks noGrp="1"/>
          </p:cNvSpPr>
          <p:nvPr>
            <p:ph type="ftr" sz="quarter" idx="11"/>
          </p:nvPr>
        </p:nvSpPr>
        <p:spPr/>
        <p:txBody>
          <a:bodyPr/>
          <a:lstStyle/>
          <a:p>
            <a:endParaRPr lang="de-DE" dirty="0"/>
          </a:p>
        </p:txBody>
      </p:sp>
      <p:sp>
        <p:nvSpPr>
          <p:cNvPr id="7" name="Foliennummernplatzhalter 6"/>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1514001" y="9582373"/>
            <a:ext cx="13378914" cy="3993477"/>
          </a:xfrm>
        </p:spPr>
        <p:txBody>
          <a:bodyPr anchor="b"/>
          <a:lstStyle>
            <a:lvl1pPr marL="0" indent="0">
              <a:buNone/>
              <a:defRPr sz="11000" b="1"/>
            </a:lvl1pPr>
            <a:lvl2pPr marL="2088215" indent="0">
              <a:buNone/>
              <a:defRPr sz="9100" b="1"/>
            </a:lvl2pPr>
            <a:lvl3pPr marL="4176431" indent="0">
              <a:buNone/>
              <a:defRPr sz="8200" b="1"/>
            </a:lvl3pPr>
            <a:lvl4pPr marL="6264646" indent="0">
              <a:buNone/>
              <a:defRPr sz="7300" b="1"/>
            </a:lvl4pPr>
            <a:lvl5pPr marL="8352861" indent="0">
              <a:buNone/>
              <a:defRPr sz="7300" b="1"/>
            </a:lvl5pPr>
            <a:lvl6pPr marL="10441076" indent="0">
              <a:buNone/>
              <a:defRPr sz="7300" b="1"/>
            </a:lvl6pPr>
            <a:lvl7pPr marL="12529292" indent="0">
              <a:buNone/>
              <a:defRPr sz="7300" b="1"/>
            </a:lvl7pPr>
            <a:lvl8pPr marL="14617507" indent="0">
              <a:buNone/>
              <a:defRPr sz="7300" b="1"/>
            </a:lvl8pPr>
            <a:lvl9pPr marL="16705722" indent="0">
              <a:buNone/>
              <a:defRPr sz="7300" b="1"/>
            </a:lvl9pPr>
          </a:lstStyle>
          <a:p>
            <a:pPr lvl="0"/>
            <a:r>
              <a:rPr lang="de-DE"/>
              <a:t>Textmasterformate durch Klicken bearbeiten</a:t>
            </a:r>
          </a:p>
        </p:txBody>
      </p:sp>
      <p:sp>
        <p:nvSpPr>
          <p:cNvPr id="4" name="Inhaltsplatzhalter 3"/>
          <p:cNvSpPr>
            <a:spLocks noGrp="1"/>
          </p:cNvSpPr>
          <p:nvPr>
            <p:ph sz="half" idx="2"/>
          </p:nvPr>
        </p:nvSpPr>
        <p:spPr>
          <a:xfrm>
            <a:off x="1514001" y="13575850"/>
            <a:ext cx="13378914" cy="24664452"/>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15381810" y="9582373"/>
            <a:ext cx="13384168" cy="3993477"/>
          </a:xfrm>
        </p:spPr>
        <p:txBody>
          <a:bodyPr anchor="b"/>
          <a:lstStyle>
            <a:lvl1pPr marL="0" indent="0">
              <a:buNone/>
              <a:defRPr sz="11000" b="1"/>
            </a:lvl1pPr>
            <a:lvl2pPr marL="2088215" indent="0">
              <a:buNone/>
              <a:defRPr sz="9100" b="1"/>
            </a:lvl2pPr>
            <a:lvl3pPr marL="4176431" indent="0">
              <a:buNone/>
              <a:defRPr sz="8200" b="1"/>
            </a:lvl3pPr>
            <a:lvl4pPr marL="6264646" indent="0">
              <a:buNone/>
              <a:defRPr sz="7300" b="1"/>
            </a:lvl4pPr>
            <a:lvl5pPr marL="8352861" indent="0">
              <a:buNone/>
              <a:defRPr sz="7300" b="1"/>
            </a:lvl5pPr>
            <a:lvl6pPr marL="10441076" indent="0">
              <a:buNone/>
              <a:defRPr sz="7300" b="1"/>
            </a:lvl6pPr>
            <a:lvl7pPr marL="12529292" indent="0">
              <a:buNone/>
              <a:defRPr sz="7300" b="1"/>
            </a:lvl7pPr>
            <a:lvl8pPr marL="14617507" indent="0">
              <a:buNone/>
              <a:defRPr sz="7300" b="1"/>
            </a:lvl8pPr>
            <a:lvl9pPr marL="16705722" indent="0">
              <a:buNone/>
              <a:defRPr sz="7300" b="1"/>
            </a:lvl9pPr>
          </a:lstStyle>
          <a:p>
            <a:pPr lvl="0"/>
            <a:r>
              <a:rPr lang="de-DE"/>
              <a:t>Textmasterformate durch Klicken bearbeiten</a:t>
            </a:r>
          </a:p>
        </p:txBody>
      </p:sp>
      <p:sp>
        <p:nvSpPr>
          <p:cNvPr id="6" name="Inhaltsplatzhalter 5"/>
          <p:cNvSpPr>
            <a:spLocks noGrp="1"/>
          </p:cNvSpPr>
          <p:nvPr>
            <p:ph sz="quarter" idx="4"/>
          </p:nvPr>
        </p:nvSpPr>
        <p:spPr>
          <a:xfrm>
            <a:off x="15381810" y="13575850"/>
            <a:ext cx="13384168" cy="24664452"/>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8" name="Fußzeilenplatzhalter 7"/>
          <p:cNvSpPr>
            <a:spLocks noGrp="1"/>
          </p:cNvSpPr>
          <p:nvPr>
            <p:ph type="ftr" sz="quarter" idx="11"/>
          </p:nvPr>
        </p:nvSpPr>
        <p:spPr/>
        <p:txBody>
          <a:bodyPr/>
          <a:lstStyle/>
          <a:p>
            <a:endParaRPr lang="de-DE" dirty="0"/>
          </a:p>
        </p:txBody>
      </p:sp>
      <p:sp>
        <p:nvSpPr>
          <p:cNvPr id="9" name="Foliennummernplatzhalter 8"/>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4" name="Fußzeilenplatzhalter 3"/>
          <p:cNvSpPr>
            <a:spLocks noGrp="1"/>
          </p:cNvSpPr>
          <p:nvPr>
            <p:ph type="ftr" sz="quarter" idx="11"/>
          </p:nvPr>
        </p:nvSpPr>
        <p:spPr/>
        <p:txBody>
          <a:bodyPr/>
          <a:lstStyle/>
          <a:p>
            <a:endParaRPr lang="de-DE" dirty="0"/>
          </a:p>
        </p:txBody>
      </p:sp>
      <p:sp>
        <p:nvSpPr>
          <p:cNvPr id="5" name="Foliennummernplatzhalter 4"/>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3" name="Fußzeilenplatzhalter 2"/>
          <p:cNvSpPr>
            <a:spLocks noGrp="1"/>
          </p:cNvSpPr>
          <p:nvPr>
            <p:ph type="ftr" sz="quarter" idx="11"/>
          </p:nvPr>
        </p:nvSpPr>
        <p:spPr/>
        <p:txBody>
          <a:bodyPr/>
          <a:lstStyle/>
          <a:p>
            <a:endParaRPr lang="de-DE" dirty="0"/>
          </a:p>
        </p:txBody>
      </p:sp>
      <p:sp>
        <p:nvSpPr>
          <p:cNvPr id="4" name="Foliennummernplatzhalter 3"/>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514001" y="1704415"/>
            <a:ext cx="9961904" cy="7253667"/>
          </a:xfrm>
        </p:spPr>
        <p:txBody>
          <a:bodyPr anchor="b"/>
          <a:lstStyle>
            <a:lvl1pPr algn="l">
              <a:defRPr sz="9100" b="1"/>
            </a:lvl1pPr>
          </a:lstStyle>
          <a:p>
            <a:r>
              <a:rPr lang="de-DE"/>
              <a:t>Titelmasterformat durch Klicken bearbeiten</a:t>
            </a:r>
          </a:p>
        </p:txBody>
      </p:sp>
      <p:sp>
        <p:nvSpPr>
          <p:cNvPr id="3" name="Inhaltsplatzhalter 2"/>
          <p:cNvSpPr>
            <a:spLocks noGrp="1"/>
          </p:cNvSpPr>
          <p:nvPr>
            <p:ph idx="1"/>
          </p:nvPr>
        </p:nvSpPr>
        <p:spPr>
          <a:xfrm>
            <a:off x="11838629" y="1704417"/>
            <a:ext cx="16927349" cy="36535892"/>
          </a:xfrm>
        </p:spPr>
        <p:txBody>
          <a:bodyPr/>
          <a:lstStyle>
            <a:lvl1pPr>
              <a:defRPr sz="14600"/>
            </a:lvl1pPr>
            <a:lvl2pPr>
              <a:defRPr sz="12800"/>
            </a:lvl2pPr>
            <a:lvl3pPr>
              <a:defRPr sz="11000"/>
            </a:lvl3pPr>
            <a:lvl4pPr>
              <a:defRPr sz="9100"/>
            </a:lvl4pPr>
            <a:lvl5pPr>
              <a:defRPr sz="9100"/>
            </a:lvl5pPr>
            <a:lvl6pPr>
              <a:defRPr sz="9100"/>
            </a:lvl6pPr>
            <a:lvl7pPr>
              <a:defRPr sz="9100"/>
            </a:lvl7pPr>
            <a:lvl8pPr>
              <a:defRPr sz="9100"/>
            </a:lvl8pPr>
            <a:lvl9pPr>
              <a:defRPr sz="91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1514001" y="8958084"/>
            <a:ext cx="9961904" cy="29282225"/>
          </a:xfrm>
        </p:spPr>
        <p:txBody>
          <a:bodyPr/>
          <a:lstStyle>
            <a:lvl1pPr marL="0" indent="0">
              <a:buNone/>
              <a:defRPr sz="6400"/>
            </a:lvl1pPr>
            <a:lvl2pPr marL="2088215" indent="0">
              <a:buNone/>
              <a:defRPr sz="5500"/>
            </a:lvl2pPr>
            <a:lvl3pPr marL="4176431" indent="0">
              <a:buNone/>
              <a:defRPr sz="4600"/>
            </a:lvl3pPr>
            <a:lvl4pPr marL="6264646" indent="0">
              <a:buNone/>
              <a:defRPr sz="4100"/>
            </a:lvl4pPr>
            <a:lvl5pPr marL="8352861" indent="0">
              <a:buNone/>
              <a:defRPr sz="4100"/>
            </a:lvl5pPr>
            <a:lvl6pPr marL="10441076" indent="0">
              <a:buNone/>
              <a:defRPr sz="4100"/>
            </a:lvl6pPr>
            <a:lvl7pPr marL="12529292" indent="0">
              <a:buNone/>
              <a:defRPr sz="4100"/>
            </a:lvl7pPr>
            <a:lvl8pPr marL="14617507" indent="0">
              <a:buNone/>
              <a:defRPr sz="4100"/>
            </a:lvl8pPr>
            <a:lvl9pPr marL="16705722" indent="0">
              <a:buNone/>
              <a:defRPr sz="41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6" name="Fußzeilenplatzhalter 5"/>
          <p:cNvSpPr>
            <a:spLocks noGrp="1"/>
          </p:cNvSpPr>
          <p:nvPr>
            <p:ph type="ftr" sz="quarter" idx="11"/>
          </p:nvPr>
        </p:nvSpPr>
        <p:spPr/>
        <p:txBody>
          <a:bodyPr/>
          <a:lstStyle/>
          <a:p>
            <a:endParaRPr lang="de-DE" dirty="0"/>
          </a:p>
        </p:txBody>
      </p:sp>
      <p:sp>
        <p:nvSpPr>
          <p:cNvPr id="7" name="Foliennummernplatzhalter 6"/>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5935087" y="29965970"/>
            <a:ext cx="18167985" cy="3537654"/>
          </a:xfrm>
        </p:spPr>
        <p:txBody>
          <a:bodyPr anchor="b"/>
          <a:lstStyle>
            <a:lvl1pPr algn="l">
              <a:defRPr sz="9100" b="1"/>
            </a:lvl1pPr>
          </a:lstStyle>
          <a:p>
            <a:r>
              <a:rPr lang="de-DE"/>
              <a:t>Titelmasterformat durch Klicken bearbeiten</a:t>
            </a:r>
          </a:p>
        </p:txBody>
      </p:sp>
      <p:sp>
        <p:nvSpPr>
          <p:cNvPr id="3" name="Bildplatzhalter 2"/>
          <p:cNvSpPr>
            <a:spLocks noGrp="1"/>
          </p:cNvSpPr>
          <p:nvPr>
            <p:ph type="pic" idx="1"/>
          </p:nvPr>
        </p:nvSpPr>
        <p:spPr>
          <a:xfrm>
            <a:off x="5935087" y="3825019"/>
            <a:ext cx="18167985" cy="25685115"/>
          </a:xfrm>
        </p:spPr>
        <p:txBody>
          <a:bodyPr/>
          <a:lstStyle>
            <a:lvl1pPr marL="0" indent="0">
              <a:buNone/>
              <a:defRPr sz="14600"/>
            </a:lvl1pPr>
            <a:lvl2pPr marL="2088215" indent="0">
              <a:buNone/>
              <a:defRPr sz="12800"/>
            </a:lvl2pPr>
            <a:lvl3pPr marL="4176431" indent="0">
              <a:buNone/>
              <a:defRPr sz="11000"/>
            </a:lvl3pPr>
            <a:lvl4pPr marL="6264646" indent="0">
              <a:buNone/>
              <a:defRPr sz="9100"/>
            </a:lvl4pPr>
            <a:lvl5pPr marL="8352861" indent="0">
              <a:buNone/>
              <a:defRPr sz="9100"/>
            </a:lvl5pPr>
            <a:lvl6pPr marL="10441076" indent="0">
              <a:buNone/>
              <a:defRPr sz="9100"/>
            </a:lvl6pPr>
            <a:lvl7pPr marL="12529292" indent="0">
              <a:buNone/>
              <a:defRPr sz="9100"/>
            </a:lvl7pPr>
            <a:lvl8pPr marL="14617507" indent="0">
              <a:buNone/>
              <a:defRPr sz="9100"/>
            </a:lvl8pPr>
            <a:lvl9pPr marL="16705722" indent="0">
              <a:buNone/>
              <a:defRPr sz="9100"/>
            </a:lvl9pPr>
          </a:lstStyle>
          <a:p>
            <a:endParaRPr lang="de-DE" dirty="0"/>
          </a:p>
        </p:txBody>
      </p:sp>
      <p:sp>
        <p:nvSpPr>
          <p:cNvPr id="4" name="Textplatzhalter 3"/>
          <p:cNvSpPr>
            <a:spLocks noGrp="1"/>
          </p:cNvSpPr>
          <p:nvPr>
            <p:ph type="body" sz="half" idx="2"/>
          </p:nvPr>
        </p:nvSpPr>
        <p:spPr>
          <a:xfrm>
            <a:off x="5935087" y="33503624"/>
            <a:ext cx="18167985" cy="5024051"/>
          </a:xfrm>
        </p:spPr>
        <p:txBody>
          <a:bodyPr/>
          <a:lstStyle>
            <a:lvl1pPr marL="0" indent="0">
              <a:buNone/>
              <a:defRPr sz="6400"/>
            </a:lvl1pPr>
            <a:lvl2pPr marL="2088215" indent="0">
              <a:buNone/>
              <a:defRPr sz="5500"/>
            </a:lvl2pPr>
            <a:lvl3pPr marL="4176431" indent="0">
              <a:buNone/>
              <a:defRPr sz="4600"/>
            </a:lvl3pPr>
            <a:lvl4pPr marL="6264646" indent="0">
              <a:buNone/>
              <a:defRPr sz="4100"/>
            </a:lvl4pPr>
            <a:lvl5pPr marL="8352861" indent="0">
              <a:buNone/>
              <a:defRPr sz="4100"/>
            </a:lvl5pPr>
            <a:lvl6pPr marL="10441076" indent="0">
              <a:buNone/>
              <a:defRPr sz="4100"/>
            </a:lvl6pPr>
            <a:lvl7pPr marL="12529292" indent="0">
              <a:buNone/>
              <a:defRPr sz="4100"/>
            </a:lvl7pPr>
            <a:lvl8pPr marL="14617507" indent="0">
              <a:buNone/>
              <a:defRPr sz="4100"/>
            </a:lvl8pPr>
            <a:lvl9pPr marL="16705722" indent="0">
              <a:buNone/>
              <a:defRPr sz="4100"/>
            </a:lvl9pPr>
          </a:lstStyle>
          <a:p>
            <a:pPr lvl="0"/>
            <a:r>
              <a:rPr lang="de-DE"/>
              <a:t>Textmasterformate durch Klicken bearbeiten</a:t>
            </a:r>
          </a:p>
        </p:txBody>
      </p:sp>
      <p:sp>
        <p:nvSpPr>
          <p:cNvPr id="5" name="Datumsplatzhalter 4"/>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6" name="Fußzeilenplatzhalter 5"/>
          <p:cNvSpPr>
            <a:spLocks noGrp="1"/>
          </p:cNvSpPr>
          <p:nvPr>
            <p:ph type="ftr" sz="quarter" idx="11"/>
          </p:nvPr>
        </p:nvSpPr>
        <p:spPr/>
        <p:txBody>
          <a:bodyPr/>
          <a:lstStyle/>
          <a:p>
            <a:endParaRPr lang="de-DE" dirty="0"/>
          </a:p>
        </p:txBody>
      </p:sp>
      <p:sp>
        <p:nvSpPr>
          <p:cNvPr id="7" name="Foliennummernplatzhalter 6"/>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21952982" y="1714333"/>
            <a:ext cx="6812994" cy="36525976"/>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1513999" y="1714333"/>
            <a:ext cx="19934317" cy="36525976"/>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9C1ABF87-2BED-4526-A211-A9138A7726B7}" type="datetimeFigureOut">
              <a:rPr lang="de-DE" smtClean="0"/>
              <a:pPr/>
              <a:t>20.05.20</a:t>
            </a:fld>
            <a:endParaRPr lang="de-DE" dirty="0"/>
          </a:p>
        </p:txBody>
      </p:sp>
      <p:sp>
        <p:nvSpPr>
          <p:cNvPr id="5" name="Fußzeilenplatzhalter 4"/>
          <p:cNvSpPr>
            <a:spLocks noGrp="1"/>
          </p:cNvSpPr>
          <p:nvPr>
            <p:ph type="ftr" sz="quarter" idx="11"/>
          </p:nvPr>
        </p:nvSpPr>
        <p:spPr/>
        <p:txBody>
          <a:bodyPr/>
          <a:lstStyle/>
          <a:p>
            <a:endParaRPr lang="de-DE" dirty="0"/>
          </a:p>
        </p:txBody>
      </p:sp>
      <p:sp>
        <p:nvSpPr>
          <p:cNvPr id="6" name="Foliennummernplatzhalter 5"/>
          <p:cNvSpPr>
            <a:spLocks noGrp="1"/>
          </p:cNvSpPr>
          <p:nvPr>
            <p:ph type="sldNum" sz="quarter" idx="12"/>
          </p:nvPr>
        </p:nvSpPr>
        <p:spPr/>
        <p:txBody>
          <a:bodyPr/>
          <a:lstStyle/>
          <a:p>
            <a:fld id="{07DA279A-17A9-4391-9733-C17770644F65}" type="slidenum">
              <a:rPr lang="de-DE" smtClean="0"/>
              <a:pPr/>
              <a:t>‹#›</a:t>
            </a:fld>
            <a:endParaRPr lang="de-DE"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000">
              <a:schemeClr val="bg1"/>
            </a:gs>
            <a:gs pos="0">
              <a:srgbClr val="0047FF">
                <a:alpha val="0"/>
              </a:srgbClr>
            </a:gs>
            <a:gs pos="0">
              <a:srgbClr val="0047FF"/>
            </a:gs>
            <a:gs pos="3000">
              <a:srgbClr val="000082">
                <a:alpha val="0"/>
              </a:srgbClr>
            </a:gs>
            <a:gs pos="42999">
              <a:srgbClr val="0047FF"/>
            </a:gs>
            <a:gs pos="58000">
              <a:srgbClr val="000082"/>
            </a:gs>
            <a:gs pos="72000">
              <a:srgbClr val="0047FF"/>
            </a:gs>
            <a:gs pos="87000">
              <a:srgbClr val="000082"/>
            </a:gs>
            <a:gs pos="100000">
              <a:srgbClr val="0047FF"/>
            </a:gs>
          </a:gsLst>
          <a:lin ang="5400000" scaled="0"/>
          <a:tileRect/>
        </a:gra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513999" y="1714326"/>
            <a:ext cx="27251978" cy="7134754"/>
          </a:xfrm>
          <a:prstGeom prst="rect">
            <a:avLst/>
          </a:prstGeom>
        </p:spPr>
        <p:txBody>
          <a:bodyPr vert="horz" lIns="417643" tIns="208822" rIns="417643" bIns="208822" rtlCol="0" anchor="ctr">
            <a:normAutofit/>
          </a:bodyPr>
          <a:lstStyle/>
          <a:p>
            <a:r>
              <a:rPr lang="de-DE"/>
              <a:t>Titelmasterformat durch Klicken bearbeiten</a:t>
            </a:r>
          </a:p>
        </p:txBody>
      </p:sp>
      <p:sp>
        <p:nvSpPr>
          <p:cNvPr id="3" name="Textplatzhalter 2"/>
          <p:cNvSpPr>
            <a:spLocks noGrp="1"/>
          </p:cNvSpPr>
          <p:nvPr>
            <p:ph type="body" idx="1"/>
          </p:nvPr>
        </p:nvSpPr>
        <p:spPr>
          <a:xfrm>
            <a:off x="1513999" y="9988663"/>
            <a:ext cx="27251978" cy="28251646"/>
          </a:xfrm>
          <a:prstGeom prst="rect">
            <a:avLst/>
          </a:prstGeom>
        </p:spPr>
        <p:txBody>
          <a:bodyPr vert="horz" lIns="417643" tIns="208822" rIns="417643" bIns="208822"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1513999" y="39677166"/>
            <a:ext cx="7065328" cy="2279156"/>
          </a:xfrm>
          <a:prstGeom prst="rect">
            <a:avLst/>
          </a:prstGeom>
        </p:spPr>
        <p:txBody>
          <a:bodyPr vert="horz" lIns="417643" tIns="208822" rIns="417643" bIns="208822" rtlCol="0" anchor="ctr"/>
          <a:lstStyle>
            <a:lvl1pPr algn="l">
              <a:defRPr sz="5500">
                <a:solidFill>
                  <a:schemeClr val="tx1">
                    <a:tint val="75000"/>
                  </a:schemeClr>
                </a:solidFill>
              </a:defRPr>
            </a:lvl1pPr>
          </a:lstStyle>
          <a:p>
            <a:fld id="{9C1ABF87-2BED-4526-A211-A9138A7726B7}" type="datetimeFigureOut">
              <a:rPr lang="de-DE" smtClean="0"/>
              <a:pPr/>
              <a:t>20.05.20</a:t>
            </a:fld>
            <a:endParaRPr lang="de-DE" dirty="0"/>
          </a:p>
        </p:txBody>
      </p:sp>
      <p:sp>
        <p:nvSpPr>
          <p:cNvPr id="5" name="Fußzeilenplatzhalter 4"/>
          <p:cNvSpPr>
            <a:spLocks noGrp="1"/>
          </p:cNvSpPr>
          <p:nvPr>
            <p:ph type="ftr" sz="quarter" idx="3"/>
          </p:nvPr>
        </p:nvSpPr>
        <p:spPr>
          <a:xfrm>
            <a:off x="10345658" y="39677166"/>
            <a:ext cx="9588659" cy="2279156"/>
          </a:xfrm>
          <a:prstGeom prst="rect">
            <a:avLst/>
          </a:prstGeom>
        </p:spPr>
        <p:txBody>
          <a:bodyPr vert="horz" lIns="417643" tIns="208822" rIns="417643" bIns="208822" rtlCol="0" anchor="ctr"/>
          <a:lstStyle>
            <a:lvl1pPr algn="ctr">
              <a:defRPr sz="5500">
                <a:solidFill>
                  <a:schemeClr val="tx1">
                    <a:tint val="75000"/>
                  </a:schemeClr>
                </a:solidFill>
              </a:defRPr>
            </a:lvl1pPr>
          </a:lstStyle>
          <a:p>
            <a:endParaRPr lang="de-DE" dirty="0"/>
          </a:p>
        </p:txBody>
      </p:sp>
      <p:sp>
        <p:nvSpPr>
          <p:cNvPr id="6" name="Foliennummernplatzhalter 5"/>
          <p:cNvSpPr>
            <a:spLocks noGrp="1"/>
          </p:cNvSpPr>
          <p:nvPr>
            <p:ph type="sldNum" sz="quarter" idx="4"/>
          </p:nvPr>
        </p:nvSpPr>
        <p:spPr>
          <a:xfrm>
            <a:off x="21700649" y="39677166"/>
            <a:ext cx="7065328" cy="2279156"/>
          </a:xfrm>
          <a:prstGeom prst="rect">
            <a:avLst/>
          </a:prstGeom>
        </p:spPr>
        <p:txBody>
          <a:bodyPr vert="horz" lIns="417643" tIns="208822" rIns="417643" bIns="208822" rtlCol="0" anchor="ctr"/>
          <a:lstStyle>
            <a:lvl1pPr algn="r">
              <a:defRPr sz="5500">
                <a:solidFill>
                  <a:schemeClr val="tx1">
                    <a:tint val="75000"/>
                  </a:schemeClr>
                </a:solidFill>
              </a:defRPr>
            </a:lvl1pPr>
          </a:lstStyle>
          <a:p>
            <a:fld id="{07DA279A-17A9-4391-9733-C17770644F65}" type="slidenum">
              <a:rPr lang="de-DE" smtClean="0"/>
              <a:pPr/>
              <a:t>‹#›</a:t>
            </a:fld>
            <a:endParaRPr lang="de-DE"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6431" rtl="0" eaLnBrk="1" latinLnBrk="0" hangingPunct="1">
        <a:spcBef>
          <a:spcPct val="0"/>
        </a:spcBef>
        <a:buNone/>
        <a:defRPr sz="20100" kern="1200">
          <a:solidFill>
            <a:schemeClr val="tx1"/>
          </a:solidFill>
          <a:latin typeface="+mj-lt"/>
          <a:ea typeface="+mj-ea"/>
          <a:cs typeface="+mj-cs"/>
        </a:defRPr>
      </a:lvl1pPr>
    </p:titleStyle>
    <p:bodyStyle>
      <a:lvl1pPr marL="1566161" indent="-1566161" algn="l" defTabSz="4176431" rtl="0" eaLnBrk="1" latinLnBrk="0" hangingPunct="1">
        <a:spcBef>
          <a:spcPct val="20000"/>
        </a:spcBef>
        <a:buFont typeface="Arial" pitchFamily="34" charset="0"/>
        <a:buChar char="•"/>
        <a:defRPr sz="14600" kern="1200">
          <a:solidFill>
            <a:schemeClr val="tx1"/>
          </a:solidFill>
          <a:latin typeface="+mn-lt"/>
          <a:ea typeface="+mn-ea"/>
          <a:cs typeface="+mn-cs"/>
        </a:defRPr>
      </a:lvl1pPr>
      <a:lvl2pPr marL="3393350" indent="-1305135" algn="l" defTabSz="4176431" rtl="0" eaLnBrk="1" latinLnBrk="0" hangingPunct="1">
        <a:spcBef>
          <a:spcPct val="20000"/>
        </a:spcBef>
        <a:buFont typeface="Arial" pitchFamily="34" charset="0"/>
        <a:buChar char="–"/>
        <a:defRPr sz="12800" kern="1200">
          <a:solidFill>
            <a:schemeClr val="tx1"/>
          </a:solidFill>
          <a:latin typeface="+mn-lt"/>
          <a:ea typeface="+mn-ea"/>
          <a:cs typeface="+mn-cs"/>
        </a:defRPr>
      </a:lvl2pPr>
      <a:lvl3pPr marL="5220538" indent="-1044108" algn="l" defTabSz="4176431" rtl="0" eaLnBrk="1" latinLnBrk="0" hangingPunct="1">
        <a:spcBef>
          <a:spcPct val="20000"/>
        </a:spcBef>
        <a:buFont typeface="Arial" pitchFamily="34" charset="0"/>
        <a:buChar char="•"/>
        <a:defRPr sz="11000" kern="1200">
          <a:solidFill>
            <a:schemeClr val="tx1"/>
          </a:solidFill>
          <a:latin typeface="+mn-lt"/>
          <a:ea typeface="+mn-ea"/>
          <a:cs typeface="+mn-cs"/>
        </a:defRPr>
      </a:lvl3pPr>
      <a:lvl4pPr marL="7308753"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4pPr>
      <a:lvl5pPr marL="939696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de-DE"/>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de.wikipedia.org/wiki/Zimtaldehyd" TargetMode="External"/><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35000">
              <a:schemeClr val="accent1">
                <a:lumMod val="75000"/>
              </a:schemeClr>
            </a:gs>
            <a:gs pos="70000">
              <a:schemeClr val="tx2">
                <a:lumMod val="75000"/>
              </a:schemeClr>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58" name="Abgerundetes Rechteck 57"/>
          <p:cNvSpPr/>
          <p:nvPr/>
        </p:nvSpPr>
        <p:spPr>
          <a:xfrm>
            <a:off x="378011" y="36719268"/>
            <a:ext cx="29379600" cy="5292724"/>
          </a:xfrm>
          <a:prstGeom prst="roundRect">
            <a:avLst/>
          </a:prstGeom>
          <a:solidFill>
            <a:schemeClr val="bg1"/>
          </a:solidFill>
          <a:ln w="635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Abgerundetes Rechteck 56"/>
          <p:cNvSpPr/>
          <p:nvPr/>
        </p:nvSpPr>
        <p:spPr>
          <a:xfrm>
            <a:off x="541413" y="5868847"/>
            <a:ext cx="14075468" cy="8496944"/>
          </a:xfrm>
          <a:prstGeom prst="roundRect">
            <a:avLst/>
          </a:prstGeom>
          <a:solidFill>
            <a:schemeClr val="bg1"/>
          </a:solidFill>
          <a:ln w="635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a:t>Ceylon-Zimtbaum</a:t>
            </a:r>
            <a:endParaRPr lang="en-US" dirty="0"/>
          </a:p>
        </p:txBody>
      </p:sp>
      <p:sp>
        <p:nvSpPr>
          <p:cNvPr id="2" name="Titel 1"/>
          <p:cNvSpPr>
            <a:spLocks noGrp="1"/>
          </p:cNvSpPr>
          <p:nvPr>
            <p:ph type="ctrTitle"/>
          </p:nvPr>
        </p:nvSpPr>
        <p:spPr>
          <a:xfrm>
            <a:off x="6323667" y="647040"/>
            <a:ext cx="23956308" cy="3357585"/>
          </a:xfrm>
          <a:noFill/>
          <a:ln>
            <a:noFill/>
          </a:ln>
        </p:spPr>
        <p:txBody>
          <a:bodyPr>
            <a:noAutofit/>
          </a:bodyPr>
          <a:lstStyle/>
          <a:p>
            <a:r>
              <a:rPr lang="en-US" sz="8400" b="1" cap="small" dirty="0">
                <a:solidFill>
                  <a:schemeClr val="tx2">
                    <a:lumMod val="50000"/>
                  </a:schemeClr>
                </a:solidFill>
              </a:rPr>
              <a:t>Zimtaldehyd</a:t>
            </a:r>
          </a:p>
        </p:txBody>
      </p:sp>
      <p:sp>
        <p:nvSpPr>
          <p:cNvPr id="34" name="Textfeld 33"/>
          <p:cNvSpPr txBox="1"/>
          <p:nvPr/>
        </p:nvSpPr>
        <p:spPr>
          <a:xfrm>
            <a:off x="9763327" y="8199503"/>
            <a:ext cx="3000396" cy="707886"/>
          </a:xfrm>
          <a:prstGeom prst="rect">
            <a:avLst/>
          </a:prstGeom>
          <a:noFill/>
        </p:spPr>
        <p:txBody>
          <a:bodyPr wrap="square" rtlCol="0">
            <a:spAutoFit/>
          </a:bodyPr>
          <a:lstStyle/>
          <a:p>
            <a:pPr algn="ctr"/>
            <a:r>
              <a:rPr lang="en-US" sz="4000" i="1" dirty="0"/>
              <a:t> </a:t>
            </a:r>
          </a:p>
        </p:txBody>
      </p:sp>
      <p:sp>
        <p:nvSpPr>
          <p:cNvPr id="60" name="Abgerundetes Rechteck 59"/>
          <p:cNvSpPr/>
          <p:nvPr/>
        </p:nvSpPr>
        <p:spPr>
          <a:xfrm>
            <a:off x="14923963" y="5872031"/>
            <a:ext cx="14833648" cy="8496944"/>
          </a:xfrm>
          <a:prstGeom prst="roundRect">
            <a:avLst/>
          </a:prstGeom>
          <a:solidFill>
            <a:schemeClr val="bg1"/>
          </a:solidFill>
          <a:ln w="635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feld 60"/>
          <p:cNvSpPr txBox="1"/>
          <p:nvPr/>
        </p:nvSpPr>
        <p:spPr>
          <a:xfrm>
            <a:off x="15982235" y="6022079"/>
            <a:ext cx="6286544" cy="1107996"/>
          </a:xfrm>
          <a:prstGeom prst="rect">
            <a:avLst/>
          </a:prstGeom>
          <a:noFill/>
        </p:spPr>
        <p:txBody>
          <a:bodyPr wrap="square" rtlCol="0">
            <a:spAutoFit/>
          </a:bodyPr>
          <a:lstStyle/>
          <a:p>
            <a:pPr marL="1143000" indent="-1143000" algn="just">
              <a:buClr>
                <a:schemeClr val="tx2">
                  <a:lumMod val="50000"/>
                </a:schemeClr>
              </a:buClr>
              <a:buFont typeface="Wingdings" pitchFamily="2" charset="2"/>
              <a:buChar char="§"/>
            </a:pPr>
            <a:endParaRPr lang="en-US" sz="6600" b="1" cap="small" dirty="0"/>
          </a:p>
        </p:txBody>
      </p:sp>
      <p:sp>
        <p:nvSpPr>
          <p:cNvPr id="79" name="Textfeld 78"/>
          <p:cNvSpPr txBox="1"/>
          <p:nvPr/>
        </p:nvSpPr>
        <p:spPr>
          <a:xfrm>
            <a:off x="15356011" y="9832471"/>
            <a:ext cx="3816424" cy="646331"/>
          </a:xfrm>
          <a:prstGeom prst="rect">
            <a:avLst/>
          </a:prstGeom>
          <a:noFill/>
        </p:spPr>
        <p:txBody>
          <a:bodyPr wrap="square" rtlCol="0">
            <a:spAutoFit/>
          </a:bodyPr>
          <a:lstStyle/>
          <a:p>
            <a:r>
              <a:rPr lang="en-US" sz="3600" i="1" dirty="0"/>
              <a:t> </a:t>
            </a:r>
          </a:p>
        </p:txBody>
      </p:sp>
      <p:sp>
        <p:nvSpPr>
          <p:cNvPr id="90" name="Abgerundetes Rechteck 89"/>
          <p:cNvSpPr/>
          <p:nvPr/>
        </p:nvSpPr>
        <p:spPr>
          <a:xfrm>
            <a:off x="488455" y="28892224"/>
            <a:ext cx="29377158" cy="7565613"/>
          </a:xfrm>
          <a:prstGeom prst="roundRect">
            <a:avLst/>
          </a:prstGeom>
          <a:solidFill>
            <a:schemeClr val="bg1"/>
          </a:solidFill>
          <a:ln w="635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Abgerundetes Rechteck 86"/>
          <p:cNvSpPr/>
          <p:nvPr/>
        </p:nvSpPr>
        <p:spPr>
          <a:xfrm>
            <a:off x="378347" y="14707518"/>
            <a:ext cx="29379264" cy="13609512"/>
          </a:xfrm>
          <a:prstGeom prst="roundRect">
            <a:avLst/>
          </a:prstGeom>
          <a:solidFill>
            <a:schemeClr val="bg1"/>
          </a:solidFill>
          <a:ln w="635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2" name="Textfeld 531"/>
          <p:cNvSpPr txBox="1"/>
          <p:nvPr/>
        </p:nvSpPr>
        <p:spPr>
          <a:xfrm>
            <a:off x="594371" y="22865919"/>
            <a:ext cx="10585176" cy="646331"/>
          </a:xfrm>
          <a:prstGeom prst="rect">
            <a:avLst/>
          </a:prstGeom>
          <a:noFill/>
        </p:spPr>
        <p:txBody>
          <a:bodyPr wrap="square" rtlCol="0">
            <a:spAutoFit/>
          </a:bodyPr>
          <a:lstStyle/>
          <a:p>
            <a:endParaRPr lang="en-US" sz="3600" dirty="0"/>
          </a:p>
        </p:txBody>
      </p:sp>
      <p:sp>
        <p:nvSpPr>
          <p:cNvPr id="710" name="Textfeld 709"/>
          <p:cNvSpPr txBox="1"/>
          <p:nvPr/>
        </p:nvSpPr>
        <p:spPr>
          <a:xfrm>
            <a:off x="16436131" y="34211808"/>
            <a:ext cx="5616624" cy="646331"/>
          </a:xfrm>
          <a:prstGeom prst="rect">
            <a:avLst/>
          </a:prstGeom>
          <a:noFill/>
        </p:spPr>
        <p:txBody>
          <a:bodyPr wrap="square" rtlCol="0">
            <a:spAutoFit/>
          </a:bodyPr>
          <a:lstStyle/>
          <a:p>
            <a:r>
              <a:rPr lang="en-US" sz="3600" dirty="0"/>
              <a:t>       </a:t>
            </a:r>
          </a:p>
        </p:txBody>
      </p:sp>
      <p:sp>
        <p:nvSpPr>
          <p:cNvPr id="909" name="Textfeld 908"/>
          <p:cNvSpPr txBox="1"/>
          <p:nvPr/>
        </p:nvSpPr>
        <p:spPr>
          <a:xfrm>
            <a:off x="954000" y="40126342"/>
            <a:ext cx="14257995" cy="646331"/>
          </a:xfrm>
          <a:prstGeom prst="rect">
            <a:avLst/>
          </a:prstGeom>
          <a:noFill/>
        </p:spPr>
        <p:txBody>
          <a:bodyPr wrap="square" rtlCol="0">
            <a:spAutoFit/>
          </a:bodyPr>
          <a:lstStyle/>
          <a:p>
            <a:r>
              <a:rPr lang="en-US" sz="3600" dirty="0"/>
              <a:t>  </a:t>
            </a:r>
          </a:p>
        </p:txBody>
      </p:sp>
      <p:pic>
        <p:nvPicPr>
          <p:cNvPr id="3" name="Grafik 2"/>
          <p:cNvPicPr>
            <a:picLocks noChangeAspect="1"/>
          </p:cNvPicPr>
          <p:nvPr/>
        </p:nvPicPr>
        <p:blipFill>
          <a:blip r:embed="rId3"/>
          <a:stretch>
            <a:fillRect/>
          </a:stretch>
        </p:blipFill>
        <p:spPr>
          <a:xfrm>
            <a:off x="0" y="121799"/>
            <a:ext cx="8530318" cy="4161131"/>
          </a:xfrm>
          <a:prstGeom prst="rect">
            <a:avLst/>
          </a:prstGeom>
        </p:spPr>
      </p:pic>
      <p:sp>
        <p:nvSpPr>
          <p:cNvPr id="6" name="Textfeld 5"/>
          <p:cNvSpPr txBox="1"/>
          <p:nvPr/>
        </p:nvSpPr>
        <p:spPr>
          <a:xfrm>
            <a:off x="982213" y="6523012"/>
            <a:ext cx="12983288" cy="1815882"/>
          </a:xfrm>
          <a:prstGeom prst="rect">
            <a:avLst/>
          </a:prstGeom>
          <a:noFill/>
        </p:spPr>
        <p:txBody>
          <a:bodyPr wrap="square" rtlCol="0">
            <a:spAutoFit/>
          </a:bodyPr>
          <a:lstStyle/>
          <a:p>
            <a:pPr algn="just"/>
            <a:r>
              <a:rPr lang="de-DE" sz="4000" b="1" i="1" u="sng" dirty="0"/>
              <a:t>Allgemeines</a:t>
            </a:r>
            <a:r>
              <a:rPr lang="de-DE" sz="3600" dirty="0"/>
              <a:t> </a:t>
            </a:r>
          </a:p>
          <a:p>
            <a:pPr algn="just"/>
            <a:r>
              <a:rPr lang="de-DE" sz="3600" dirty="0"/>
              <a:t>Der Zimt („</a:t>
            </a:r>
            <a:r>
              <a:rPr lang="de-DE" sz="3600" dirty="0" err="1"/>
              <a:t>Canehl</a:t>
            </a:r>
            <a:r>
              <a:rPr lang="de-DE" sz="3600" dirty="0"/>
              <a:t>“) ist ein Gewürz aus der getrockneten Rinde des Ceylon-Zimtbaums und verschiedener anderer Zimtbäume. </a:t>
            </a:r>
          </a:p>
        </p:txBody>
      </p:sp>
      <p:sp>
        <p:nvSpPr>
          <p:cNvPr id="8" name="Textfeld 7"/>
          <p:cNvSpPr txBox="1"/>
          <p:nvPr/>
        </p:nvSpPr>
        <p:spPr>
          <a:xfrm>
            <a:off x="11929113" y="2762984"/>
            <a:ext cx="12745416" cy="1938992"/>
          </a:xfrm>
          <a:prstGeom prst="rect">
            <a:avLst/>
          </a:prstGeom>
          <a:noFill/>
        </p:spPr>
        <p:txBody>
          <a:bodyPr wrap="square" rtlCol="0">
            <a:spAutoFit/>
          </a:bodyPr>
          <a:lstStyle/>
          <a:p>
            <a:pPr algn="ctr"/>
            <a:r>
              <a:rPr lang="de-DE" sz="4000" dirty="0"/>
              <a:t>Komposition und Herstellung eines Parfüms - Naturstoffe</a:t>
            </a:r>
          </a:p>
          <a:p>
            <a:pPr algn="ctr"/>
            <a:r>
              <a:rPr lang="de-DE" sz="4000" dirty="0"/>
              <a:t>Naturwissenschaftlicher Profilunterricht, Klasse 9c,</a:t>
            </a:r>
          </a:p>
          <a:p>
            <a:pPr algn="ctr"/>
            <a:r>
              <a:rPr lang="de-DE" sz="4000" dirty="0"/>
              <a:t>Philipp Glos</a:t>
            </a:r>
          </a:p>
        </p:txBody>
      </p:sp>
      <p:graphicFrame>
        <p:nvGraphicFramePr>
          <p:cNvPr id="10" name="Tabelle 9"/>
          <p:cNvGraphicFramePr>
            <a:graphicFrameLocks noGrp="1"/>
          </p:cNvGraphicFramePr>
          <p:nvPr>
            <p:extLst>
              <p:ext uri="{D42A27DB-BD31-4B8C-83A1-F6EECF244321}">
                <p14:modId xmlns:p14="http://schemas.microsoft.com/office/powerpoint/2010/main" val="3408243878"/>
              </p:ext>
            </p:extLst>
          </p:nvPr>
        </p:nvGraphicFramePr>
        <p:xfrm>
          <a:off x="666095" y="8985790"/>
          <a:ext cx="12748751" cy="3279845"/>
        </p:xfrm>
        <a:graphic>
          <a:graphicData uri="http://schemas.openxmlformats.org/drawingml/2006/table">
            <a:tbl>
              <a:tblPr/>
              <a:tblGrid>
                <a:gridCol w="3472555">
                  <a:extLst>
                    <a:ext uri="{9D8B030D-6E8A-4147-A177-3AD203B41FA5}">
                      <a16:colId xmlns:a16="http://schemas.microsoft.com/office/drawing/2014/main" val="20000"/>
                    </a:ext>
                  </a:extLst>
                </a:gridCol>
                <a:gridCol w="9276196">
                  <a:extLst>
                    <a:ext uri="{9D8B030D-6E8A-4147-A177-3AD203B41FA5}">
                      <a16:colId xmlns:a16="http://schemas.microsoft.com/office/drawing/2014/main" val="20001"/>
                    </a:ext>
                  </a:extLst>
                </a:gridCol>
              </a:tblGrid>
              <a:tr h="1328064">
                <a:tc>
                  <a:txBody>
                    <a:bodyPr/>
                    <a:lstStyle/>
                    <a:p>
                      <a:r>
                        <a:rPr lang="de-DE" sz="3600" dirty="0"/>
                        <a:t>Botanischer Name:</a:t>
                      </a:r>
                    </a:p>
                  </a:txBody>
                  <a:tcPr anchor="ctr">
                    <a:lnL>
                      <a:noFill/>
                    </a:lnL>
                    <a:lnR>
                      <a:noFill/>
                    </a:lnR>
                    <a:lnT>
                      <a:noFill/>
                    </a:lnT>
                    <a:lnB>
                      <a:noFill/>
                    </a:lnB>
                  </a:tcPr>
                </a:tc>
                <a:tc>
                  <a:txBody>
                    <a:bodyPr/>
                    <a:lstStyle/>
                    <a:p>
                      <a:r>
                        <a:rPr lang="de-DE" sz="3600" dirty="0" err="1"/>
                        <a:t>Cinnamomum</a:t>
                      </a:r>
                      <a:r>
                        <a:rPr lang="de-DE" sz="3600" dirty="0"/>
                        <a:t> </a:t>
                      </a:r>
                      <a:r>
                        <a:rPr lang="de-DE" sz="3600" dirty="0" err="1"/>
                        <a:t>zeylanicum</a:t>
                      </a:r>
                      <a:endParaRPr lang="de-DE" sz="3600" dirty="0"/>
                    </a:p>
                  </a:txBody>
                  <a:tcPr anchor="ctr">
                    <a:lnL>
                      <a:noFill/>
                    </a:lnL>
                    <a:lnR>
                      <a:noFill/>
                    </a:lnR>
                    <a:lnT>
                      <a:noFill/>
                    </a:lnT>
                    <a:lnB>
                      <a:noFill/>
                    </a:lnB>
                  </a:tcPr>
                </a:tc>
                <a:extLst>
                  <a:ext uri="{0D108BD9-81ED-4DB2-BD59-A6C34878D82A}">
                    <a16:rowId xmlns:a16="http://schemas.microsoft.com/office/drawing/2014/main" val="10000"/>
                  </a:ext>
                </a:extLst>
              </a:tr>
              <a:tr h="764021">
                <a:tc>
                  <a:txBody>
                    <a:bodyPr/>
                    <a:lstStyle/>
                    <a:p>
                      <a:r>
                        <a:rPr lang="de-DE" sz="3600" dirty="0"/>
                        <a:t>Englischer Name:</a:t>
                      </a:r>
                    </a:p>
                  </a:txBody>
                  <a:tcPr anchor="ctr">
                    <a:lnL>
                      <a:noFill/>
                    </a:lnL>
                    <a:lnR>
                      <a:noFill/>
                    </a:lnR>
                    <a:lnT>
                      <a:noFill/>
                    </a:lnT>
                    <a:lnB>
                      <a:noFill/>
                    </a:lnB>
                  </a:tcPr>
                </a:tc>
                <a:tc>
                  <a:txBody>
                    <a:bodyPr/>
                    <a:lstStyle/>
                    <a:p>
                      <a:r>
                        <a:rPr lang="de-DE" sz="4000" dirty="0" err="1"/>
                        <a:t>Cinnamon</a:t>
                      </a:r>
                      <a:r>
                        <a:rPr lang="de-DE" sz="4000" dirty="0"/>
                        <a:t> </a:t>
                      </a:r>
                      <a:r>
                        <a:rPr lang="de-DE" sz="4000" dirty="0" err="1"/>
                        <a:t>oil</a:t>
                      </a:r>
                      <a:endParaRPr lang="de-DE" sz="4000" dirty="0"/>
                    </a:p>
                  </a:txBody>
                  <a:tcPr anchor="ctr">
                    <a:lnL>
                      <a:noFill/>
                    </a:lnL>
                    <a:lnR>
                      <a:noFill/>
                    </a:lnR>
                    <a:lnT>
                      <a:noFill/>
                    </a:lnT>
                    <a:lnB>
                      <a:noFill/>
                    </a:lnB>
                  </a:tcPr>
                </a:tc>
                <a:extLst>
                  <a:ext uri="{0D108BD9-81ED-4DB2-BD59-A6C34878D82A}">
                    <a16:rowId xmlns:a16="http://schemas.microsoft.com/office/drawing/2014/main" val="10001"/>
                  </a:ext>
                </a:extLst>
              </a:tr>
              <a:tr h="1187760">
                <a:tc>
                  <a:txBody>
                    <a:bodyPr/>
                    <a:lstStyle/>
                    <a:p>
                      <a:r>
                        <a:rPr lang="de-DE" sz="3600" dirty="0"/>
                        <a:t>Ursprungsländer:</a:t>
                      </a:r>
                    </a:p>
                  </a:txBody>
                  <a:tcPr anchor="ctr">
                    <a:lnL>
                      <a:noFill/>
                    </a:lnL>
                    <a:lnR>
                      <a:noFill/>
                    </a:lnR>
                    <a:lnT>
                      <a:noFill/>
                    </a:lnT>
                    <a:lnB>
                      <a:noFill/>
                    </a:lnB>
                  </a:tcPr>
                </a:tc>
                <a:tc>
                  <a:txBody>
                    <a:bodyPr/>
                    <a:lstStyle/>
                    <a:p>
                      <a:r>
                        <a:rPr lang="de-DE" sz="3600" dirty="0"/>
                        <a:t>Sri Lanka</a:t>
                      </a:r>
                    </a:p>
                  </a:txBody>
                  <a:tcPr anchor="ctr">
                    <a:lnL>
                      <a:noFill/>
                    </a:lnL>
                    <a:lnR>
                      <a:noFill/>
                    </a:lnR>
                    <a:lnT>
                      <a:noFill/>
                    </a:lnT>
                    <a:lnB>
                      <a:noFill/>
                    </a:lnB>
                  </a:tcPr>
                </a:tc>
                <a:extLst>
                  <a:ext uri="{0D108BD9-81ED-4DB2-BD59-A6C34878D82A}">
                    <a16:rowId xmlns:a16="http://schemas.microsoft.com/office/drawing/2014/main" val="10002"/>
                  </a:ext>
                </a:extLst>
              </a:tr>
            </a:tbl>
          </a:graphicData>
        </a:graphic>
      </p:graphicFrame>
      <p:sp>
        <p:nvSpPr>
          <p:cNvPr id="11" name="Textfeld 10"/>
          <p:cNvSpPr txBox="1"/>
          <p:nvPr/>
        </p:nvSpPr>
        <p:spPr>
          <a:xfrm>
            <a:off x="15621685" y="6466820"/>
            <a:ext cx="9937104" cy="4031873"/>
          </a:xfrm>
          <a:prstGeom prst="rect">
            <a:avLst/>
          </a:prstGeom>
          <a:noFill/>
        </p:spPr>
        <p:txBody>
          <a:bodyPr wrap="square" rtlCol="0">
            <a:spAutoFit/>
          </a:bodyPr>
          <a:lstStyle/>
          <a:p>
            <a:pPr algn="just"/>
            <a:r>
              <a:rPr lang="de-DE" sz="4000" b="1" i="1" u="sng" dirty="0"/>
              <a:t>Herstellung</a:t>
            </a:r>
          </a:p>
          <a:p>
            <a:pPr algn="just"/>
            <a:endParaRPr lang="de-DE" sz="3600" dirty="0"/>
          </a:p>
          <a:p>
            <a:r>
              <a:rPr lang="de-DE" sz="3600" dirty="0"/>
              <a:t>Zimtöl wird mittels Wasserdampfdestillation aus der frischen Rinde junger Zweige gewonnen. Man erhält dabei beim </a:t>
            </a:r>
            <a:r>
              <a:rPr lang="de-DE" sz="3600" dirty="0" err="1"/>
              <a:t>Cinnamomum</a:t>
            </a:r>
            <a:r>
              <a:rPr lang="de-DE" sz="3600" dirty="0"/>
              <a:t> </a:t>
            </a:r>
            <a:r>
              <a:rPr lang="de-DE" sz="3600" dirty="0" err="1"/>
              <a:t>verum</a:t>
            </a:r>
            <a:r>
              <a:rPr lang="de-DE" sz="3600" dirty="0"/>
              <a:t> aus 200 kg Rinde ca. 1l reines Zimtöl. Beim </a:t>
            </a:r>
            <a:r>
              <a:rPr lang="de-DE" sz="3600" dirty="0" err="1"/>
              <a:t>Cassiazimtöl</a:t>
            </a:r>
            <a:r>
              <a:rPr lang="de-DE" sz="3600" dirty="0"/>
              <a:t> beträgt die Ausbeute ca. 0,7%, also etwas mehr.</a:t>
            </a:r>
          </a:p>
        </p:txBody>
      </p:sp>
      <p:sp>
        <p:nvSpPr>
          <p:cNvPr id="12" name="Textfeld 11"/>
          <p:cNvSpPr txBox="1"/>
          <p:nvPr/>
        </p:nvSpPr>
        <p:spPr>
          <a:xfrm>
            <a:off x="982213" y="29407898"/>
            <a:ext cx="13446446" cy="5016758"/>
          </a:xfrm>
          <a:prstGeom prst="rect">
            <a:avLst/>
          </a:prstGeom>
          <a:noFill/>
        </p:spPr>
        <p:txBody>
          <a:bodyPr wrap="square" rtlCol="0">
            <a:spAutoFit/>
          </a:bodyPr>
          <a:lstStyle/>
          <a:p>
            <a:r>
              <a:rPr lang="de-DE" sz="4000" b="1" i="1" u="sng" dirty="0"/>
              <a:t>Geschichte</a:t>
            </a:r>
          </a:p>
          <a:p>
            <a:r>
              <a:rPr lang="de-DE" sz="4000" dirty="0"/>
              <a:t>Zimt wurde angeblich bereits um 3000 v. Chr. in China als Gewürz verwendet. Es ist somit eines der ältesten Gewürze der Welt. Vasco da Gama brachte es schließlich nach Europa. Dort galt es für Jahrhunderte als das Luxusgut schlechthin. Es wurde teilweise teurer gehandelt, als Gold und war neben dem Pfeffer das teuerste gehandelte Gewürz. Der Besitz von Zimt galt aufgrund seiner Seltenheit als Statussymbol. </a:t>
            </a:r>
          </a:p>
        </p:txBody>
      </p:sp>
      <p:pic>
        <p:nvPicPr>
          <p:cNvPr id="14" name="Grafik 13"/>
          <p:cNvPicPr>
            <a:picLocks noChangeAspect="1"/>
          </p:cNvPicPr>
          <p:nvPr/>
        </p:nvPicPr>
        <p:blipFill>
          <a:blip r:embed="rId4"/>
          <a:stretch>
            <a:fillRect/>
          </a:stretch>
        </p:blipFill>
        <p:spPr>
          <a:xfrm>
            <a:off x="14277078" y="22391425"/>
            <a:ext cx="8769248" cy="5279754"/>
          </a:xfrm>
          <a:prstGeom prst="rect">
            <a:avLst/>
          </a:prstGeom>
        </p:spPr>
      </p:pic>
      <p:sp>
        <p:nvSpPr>
          <p:cNvPr id="15" name="Textfeld 14"/>
          <p:cNvSpPr txBox="1"/>
          <p:nvPr/>
        </p:nvSpPr>
        <p:spPr>
          <a:xfrm>
            <a:off x="14156699" y="22060143"/>
            <a:ext cx="4032448" cy="707886"/>
          </a:xfrm>
          <a:prstGeom prst="rect">
            <a:avLst/>
          </a:prstGeom>
          <a:noFill/>
        </p:spPr>
        <p:txBody>
          <a:bodyPr wrap="square" rtlCol="0">
            <a:spAutoFit/>
          </a:bodyPr>
          <a:lstStyle/>
          <a:p>
            <a:r>
              <a:rPr lang="de-DE" sz="4000" b="1" i="1" u="sng" dirty="0"/>
              <a:t>Strukturformel:</a:t>
            </a:r>
          </a:p>
        </p:txBody>
      </p:sp>
      <p:sp>
        <p:nvSpPr>
          <p:cNvPr id="16" name="Textfeld 15"/>
          <p:cNvSpPr txBox="1"/>
          <p:nvPr/>
        </p:nvSpPr>
        <p:spPr>
          <a:xfrm>
            <a:off x="954000" y="37033031"/>
            <a:ext cx="28443572" cy="3785652"/>
          </a:xfrm>
          <a:prstGeom prst="rect">
            <a:avLst/>
          </a:prstGeom>
          <a:noFill/>
        </p:spPr>
        <p:txBody>
          <a:bodyPr wrap="square" rtlCol="0">
            <a:spAutoFit/>
          </a:bodyPr>
          <a:lstStyle/>
          <a:p>
            <a:r>
              <a:rPr lang="de-DE" sz="4000" b="1" i="1" u="sng" dirty="0"/>
              <a:t>Darstellung</a:t>
            </a:r>
          </a:p>
          <a:p>
            <a:r>
              <a:rPr lang="de-DE" sz="4000" dirty="0"/>
              <a:t>Natürliche Quellen:</a:t>
            </a:r>
          </a:p>
          <a:p>
            <a:r>
              <a:rPr lang="de-DE" sz="4000" dirty="0"/>
              <a:t>Zimtaldehyd wird durch Wasserdampfdestillation aus der Rinde (in geringerer Qualität auch den Blättern) des Zimtbaums gewonnen.</a:t>
            </a:r>
          </a:p>
          <a:p>
            <a:r>
              <a:rPr lang="de-DE" sz="4000" dirty="0"/>
              <a:t>Technische Synthesen:</a:t>
            </a:r>
          </a:p>
          <a:p>
            <a:r>
              <a:rPr lang="de-DE" sz="4000" dirty="0"/>
              <a:t>trans-Zimtaldehyd kann analog zur Zimtsäure mittels Aldol-Kondensation aus Benzaldehyd und Acetaldehyd in 60%iger Ausbeute dargestellt werden. </a:t>
            </a:r>
          </a:p>
        </p:txBody>
      </p:sp>
      <p:sp>
        <p:nvSpPr>
          <p:cNvPr id="17" name="Textfeld 16"/>
          <p:cNvSpPr txBox="1"/>
          <p:nvPr/>
        </p:nvSpPr>
        <p:spPr>
          <a:xfrm>
            <a:off x="1170435" y="15361140"/>
            <a:ext cx="12074986" cy="5632311"/>
          </a:xfrm>
          <a:prstGeom prst="rect">
            <a:avLst/>
          </a:prstGeom>
          <a:noFill/>
        </p:spPr>
        <p:txBody>
          <a:bodyPr wrap="square" rtlCol="0">
            <a:spAutoFit/>
          </a:bodyPr>
          <a:lstStyle/>
          <a:p>
            <a:r>
              <a:rPr lang="de-DE" sz="4000" b="1" i="1" u="sng" dirty="0"/>
              <a:t>Eigenschaften</a:t>
            </a:r>
            <a:endParaRPr lang="de-DE" sz="4000" dirty="0"/>
          </a:p>
          <a:p>
            <a:r>
              <a:rPr lang="de-DE" sz="4000" dirty="0"/>
              <a:t>Zimtaldehyd ist eine gelbliche, intensiv nach Zimt riechende, ölige Flüssigkeit, die an der Luft allmählich zu Zimtsäure oxidiert. Er schmilzt bei −8 °C und siedet bei 251 °C bei Normaldruck. Er löst sich sehr schlecht in Wasser (1,1 g/ l bei 20 °C), hingegen ist er mischbar mit Ethanol, </a:t>
            </a:r>
            <a:r>
              <a:rPr lang="de-DE" sz="4000" dirty="0" err="1"/>
              <a:t>Diethylether</a:t>
            </a:r>
            <a:r>
              <a:rPr lang="de-DE" sz="4000" dirty="0"/>
              <a:t> und Chloroform.</a:t>
            </a:r>
          </a:p>
          <a:p>
            <a:r>
              <a:rPr lang="de-DE" sz="4000" dirty="0"/>
              <a:t>Chemische Eigenschaften</a:t>
            </a:r>
          </a:p>
          <a:p>
            <a:endParaRPr lang="de-DE" sz="4000" dirty="0"/>
          </a:p>
        </p:txBody>
      </p:sp>
      <p:sp>
        <p:nvSpPr>
          <p:cNvPr id="19" name="Textfeld 18"/>
          <p:cNvSpPr txBox="1"/>
          <p:nvPr/>
        </p:nvSpPr>
        <p:spPr>
          <a:xfrm>
            <a:off x="14156699" y="15798386"/>
            <a:ext cx="14160751" cy="5016758"/>
          </a:xfrm>
          <a:prstGeom prst="rect">
            <a:avLst/>
          </a:prstGeom>
          <a:noFill/>
        </p:spPr>
        <p:txBody>
          <a:bodyPr wrap="square" rtlCol="0">
            <a:spAutoFit/>
          </a:bodyPr>
          <a:lstStyle/>
          <a:p>
            <a:r>
              <a:rPr lang="de-DE" sz="4000" b="1" i="1" u="sng" dirty="0"/>
              <a:t>Verwendung</a:t>
            </a:r>
          </a:p>
          <a:p>
            <a:endParaRPr lang="de-DE" sz="4000" dirty="0"/>
          </a:p>
          <a:p>
            <a:r>
              <a:rPr lang="de-DE" sz="4000" dirty="0"/>
              <a:t>Zimtaldehyd wird als Riechstoff in der Parfümherstellung bei der Komposition orientalischer Parfüms benutzt. Es dient auch als Duftstoff in Kosmetika, z. B. in Lippenstiften, Wasch-, Reinigungsmittel, Zahnpasta und Mundwasser. Ebenso findet es als Gewürz in Nahrungsmitteln Verwendung.</a:t>
            </a:r>
          </a:p>
          <a:p>
            <a:endParaRPr lang="de-DE" sz="4000" dirty="0"/>
          </a:p>
        </p:txBody>
      </p:sp>
      <p:sp>
        <p:nvSpPr>
          <p:cNvPr id="20" name="Textfeld 19"/>
          <p:cNvSpPr txBox="1"/>
          <p:nvPr/>
        </p:nvSpPr>
        <p:spPr>
          <a:xfrm>
            <a:off x="22400894" y="40572282"/>
            <a:ext cx="16126939" cy="1015663"/>
          </a:xfrm>
          <a:prstGeom prst="rect">
            <a:avLst/>
          </a:prstGeom>
          <a:noFill/>
        </p:spPr>
        <p:txBody>
          <a:bodyPr wrap="square" rtlCol="0">
            <a:spAutoFit/>
          </a:bodyPr>
          <a:lstStyle/>
          <a:p>
            <a:r>
              <a:rPr lang="de-DE" sz="2000" b="1" i="1" u="sng" dirty="0"/>
              <a:t>Quellen:</a:t>
            </a:r>
          </a:p>
          <a:p>
            <a:r>
              <a:rPr lang="de-DE" sz="2000" dirty="0">
                <a:hlinkClick r:id="rId5"/>
              </a:rPr>
              <a:t>https://de.wikipedia.org/wiki/Zimtaldehyd</a:t>
            </a:r>
            <a:endParaRPr lang="de-DE" sz="2000" dirty="0"/>
          </a:p>
          <a:p>
            <a:r>
              <a:rPr lang="de-DE" sz="2000" dirty="0"/>
              <a:t>https://www.ätherische-öle.com/</a:t>
            </a:r>
            <a:r>
              <a:rPr lang="de-DE" sz="2000" dirty="0" err="1"/>
              <a:t>zimtrindenoel</a:t>
            </a:r>
            <a:endParaRPr lang="de-DE" sz="2000" dirty="0"/>
          </a:p>
        </p:txBody>
      </p:sp>
      <p:pic>
        <p:nvPicPr>
          <p:cNvPr id="4" name="Grafik 3"/>
          <p:cNvPicPr>
            <a:picLocks noChangeAspect="1"/>
          </p:cNvPicPr>
          <p:nvPr/>
        </p:nvPicPr>
        <p:blipFill rotWithShape="1">
          <a:blip r:embed="rId6"/>
          <a:srcRect l="1429" b="13742"/>
          <a:stretch/>
        </p:blipFill>
        <p:spPr>
          <a:xfrm>
            <a:off x="1458466" y="22633817"/>
            <a:ext cx="7461967" cy="4891126"/>
          </a:xfrm>
          <a:prstGeom prst="rect">
            <a:avLst/>
          </a:prstGeom>
        </p:spPr>
      </p:pic>
      <p:pic>
        <p:nvPicPr>
          <p:cNvPr id="5" name="Grafik 4"/>
          <p:cNvPicPr>
            <a:picLocks noChangeAspect="1"/>
          </p:cNvPicPr>
          <p:nvPr/>
        </p:nvPicPr>
        <p:blipFill>
          <a:blip r:embed="rId7"/>
          <a:stretch>
            <a:fillRect/>
          </a:stretch>
        </p:blipFill>
        <p:spPr>
          <a:xfrm>
            <a:off x="25473183" y="7973498"/>
            <a:ext cx="3408872" cy="5141250"/>
          </a:xfrm>
          <a:prstGeom prst="rect">
            <a:avLst/>
          </a:prstGeom>
        </p:spPr>
      </p:pic>
      <p:pic>
        <p:nvPicPr>
          <p:cNvPr id="13" name="Grafik 12"/>
          <p:cNvPicPr>
            <a:picLocks noChangeAspect="1"/>
          </p:cNvPicPr>
          <p:nvPr/>
        </p:nvPicPr>
        <p:blipFill>
          <a:blip r:embed="rId8"/>
          <a:stretch>
            <a:fillRect/>
          </a:stretch>
        </p:blipFill>
        <p:spPr>
          <a:xfrm>
            <a:off x="20866871" y="31463960"/>
            <a:ext cx="7036360" cy="4690907"/>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18" name="Grafik 17"/>
          <p:cNvPicPr>
            <a:picLocks noChangeAspect="1"/>
          </p:cNvPicPr>
          <p:nvPr/>
        </p:nvPicPr>
        <p:blipFill>
          <a:blip r:embed="rId9"/>
          <a:stretch>
            <a:fillRect/>
          </a:stretch>
        </p:blipFill>
        <p:spPr>
          <a:xfrm>
            <a:off x="14428659" y="29631104"/>
            <a:ext cx="7948920" cy="3955104"/>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21" name="Grafik 20"/>
          <p:cNvPicPr>
            <a:picLocks noChangeAspect="1"/>
          </p:cNvPicPr>
          <p:nvPr/>
        </p:nvPicPr>
        <p:blipFill>
          <a:blip r:embed="rId10"/>
          <a:stretch>
            <a:fillRect/>
          </a:stretch>
        </p:blipFill>
        <p:spPr>
          <a:xfrm>
            <a:off x="8784009" y="8415848"/>
            <a:ext cx="4791075" cy="5600700"/>
          </a:xfrm>
          <a:prstGeom prst="rect">
            <a:avLst/>
          </a:prstGeom>
        </p:spPr>
      </p:pic>
      <p:sp>
        <p:nvSpPr>
          <p:cNvPr id="22" name="Textfeld 21"/>
          <p:cNvSpPr txBox="1"/>
          <p:nvPr/>
        </p:nvSpPr>
        <p:spPr>
          <a:xfrm>
            <a:off x="4917573" y="12406862"/>
            <a:ext cx="5112568" cy="707886"/>
          </a:xfrm>
          <a:prstGeom prst="rect">
            <a:avLst/>
          </a:prstGeom>
          <a:noFill/>
        </p:spPr>
        <p:txBody>
          <a:bodyPr wrap="square" rtlCol="0">
            <a:spAutoFit/>
          </a:bodyPr>
          <a:lstStyle/>
          <a:p>
            <a:r>
              <a:rPr lang="de-DE" sz="4000" dirty="0"/>
              <a:t>Ceylon-Zimtbaum -&gt;</a:t>
            </a:r>
          </a:p>
        </p:txBody>
      </p:sp>
    </p:spTree>
  </p:cSld>
  <p:clrMapOvr>
    <a:masterClrMapping/>
  </p:clrMapOvr>
</p:sld>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360</Words>
  <Application>Microsoft Macintosh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Wingdings</vt:lpstr>
      <vt:lpstr>Larissa-Design</vt:lpstr>
      <vt:lpstr>Zimtaldehyd</vt:lpstr>
    </vt:vector>
  </TitlesOfParts>
  <Company>EPII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Christina Hacke</dc:creator>
  <cp:lastModifiedBy>Anais.Keller</cp:lastModifiedBy>
  <cp:revision>361</cp:revision>
  <dcterms:created xsi:type="dcterms:W3CDTF">2009-03-18T09:53:50Z</dcterms:created>
  <dcterms:modified xsi:type="dcterms:W3CDTF">2020-05-20T09:37:47Z</dcterms:modified>
</cp:coreProperties>
</file>